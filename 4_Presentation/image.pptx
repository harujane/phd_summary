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37" r:id="rId2"/>
    <p:sldId id="427" r:id="rId3"/>
    <p:sldId id="325" r:id="rId4"/>
    <p:sldId id="371" r:id="rId5"/>
    <p:sldId id="369" r:id="rId6"/>
    <p:sldId id="339" r:id="rId7"/>
    <p:sldId id="343" r:id="rId8"/>
    <p:sldId id="428" r:id="rId9"/>
    <p:sldId id="429" r:id="rId10"/>
    <p:sldId id="430" r:id="rId11"/>
    <p:sldId id="431" r:id="rId12"/>
    <p:sldId id="432" r:id="rId13"/>
    <p:sldId id="433" r:id="rId14"/>
    <p:sldId id="392" r:id="rId15"/>
    <p:sldId id="332" r:id="rId16"/>
    <p:sldId id="434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29"/>
  </p:normalViewPr>
  <p:slideViewPr>
    <p:cSldViewPr snapToGrid="0">
      <p:cViewPr>
        <p:scale>
          <a:sx n="150" d="100"/>
          <a:sy n="150" d="100"/>
        </p:scale>
        <p:origin x="55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2160B7-9CBD-4B5F-A4D4-36A784297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6475D88-5F2F-B5B8-B09C-BC693ADF48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85AC9D-F538-BC47-A2D6-85C632E26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2BCC8-9E11-2148-BB34-1B91B4611F66}" type="datetimeFigureOut">
              <a:rPr kumimoji="1" lang="zh-CN" altLang="en-US" smtClean="0"/>
              <a:t>2026/1/3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6575E7-BE94-0E67-1FCA-327880522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9A39E1-34AA-7B16-23CE-846D14742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9EF85-9A5B-194C-A2F9-616B01B1A0D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78179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9D57A0-775E-058A-718B-54F12FE54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6EE77B-9C6A-A784-0E67-3B11C96BDC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4C9BAB-EEA6-A6A4-FED3-517F363C7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2BCC8-9E11-2148-BB34-1B91B4611F66}" type="datetimeFigureOut">
              <a:rPr kumimoji="1" lang="zh-CN" altLang="en-US" smtClean="0"/>
              <a:t>2026/1/3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3EA777-480C-5DED-3C47-4803258B1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F3F532-D735-E7B2-7F23-44C2F34E6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9EF85-9A5B-194C-A2F9-616B01B1A0D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37514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7AAB55-0808-5D5E-7B5B-107AF6D9F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8A00023-37B8-8119-C0C2-8B84A612E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D51D78-E714-4D8E-7373-1FC20C815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2BCC8-9E11-2148-BB34-1B91B4611F66}" type="datetimeFigureOut">
              <a:rPr kumimoji="1" lang="zh-CN" altLang="en-US" smtClean="0"/>
              <a:t>2026/1/3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235E03-9C33-E2AB-86AB-B8CD6E18C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9DCB1C-2597-8D7F-355E-49D81EF22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9EF85-9A5B-194C-A2F9-616B01B1A0D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20945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374ABD-AD56-0A57-35D6-645E154C2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E1A269-16D8-D587-34C5-85D21AF34D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841F9E0-8EF0-6202-8C76-082A1544BA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BCCD4B-DB50-A87F-5E80-C5F56808B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2BCC8-9E11-2148-BB34-1B91B4611F66}" type="datetimeFigureOut">
              <a:rPr kumimoji="1" lang="zh-CN" altLang="en-US" smtClean="0"/>
              <a:t>2026/1/3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F7095E9-BCA6-C577-2184-7A6AFF53B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5B0E1AB-E278-53E1-0512-F030DA1DE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9EF85-9A5B-194C-A2F9-616B01B1A0D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23675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354292-3356-3517-D0EB-58CA6ADF3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3F734CB-74E3-2E1C-7B60-703A866A8C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A494855-6A58-3BB8-C1F7-8F1DD299A3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23D8473-E1F5-CE5B-EC32-7D1DB08D37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5CE868A-619C-2B54-602D-15F1326FB6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79E9C29-710D-D840-130D-F8248BBB1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2BCC8-9E11-2148-BB34-1B91B4611F66}" type="datetimeFigureOut">
              <a:rPr kumimoji="1" lang="zh-CN" altLang="en-US" smtClean="0"/>
              <a:t>2026/1/3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99BA6E8-8D16-6EBF-9529-CEC7AC570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6CCC1AE-D00D-343E-5B17-4118F8C63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9EF85-9A5B-194C-A2F9-616B01B1A0D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82960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8E36F3-F73F-4770-A1A2-B8D3B67C0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D4ADCE9-8A9B-6ACF-F7CB-0CCDCC72C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2BCC8-9E11-2148-BB34-1B91B4611F66}" type="datetimeFigureOut">
              <a:rPr kumimoji="1" lang="zh-CN" altLang="en-US" smtClean="0"/>
              <a:t>2026/1/3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3EA78B6-F53A-25CA-4C96-1C32214B7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BEF74A0-71F9-9CD1-2F78-AC099BF0F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9EF85-9A5B-194C-A2F9-616B01B1A0D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8302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72E7493-98F9-E5DD-C03A-54C5AEF3C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2BCC8-9E11-2148-BB34-1B91B4611F66}" type="datetimeFigureOut">
              <a:rPr kumimoji="1" lang="zh-CN" altLang="en-US" smtClean="0"/>
              <a:t>2026/1/3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D5EB417-DBA3-B781-7721-36375139C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91B949-4088-A956-FE85-132AA20AD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9EF85-9A5B-194C-A2F9-616B01B1A0D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01575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03D366-8B48-5189-31E9-A49B96BD1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D1AF6B-E85E-0E23-FE80-60258361A0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F9AADB3-3231-3E26-0C12-21612F8F9B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8B6E620-40AE-6C96-013D-274E5B67F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2BCC8-9E11-2148-BB34-1B91B4611F66}" type="datetimeFigureOut">
              <a:rPr kumimoji="1" lang="zh-CN" altLang="en-US" smtClean="0"/>
              <a:t>2026/1/3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B00F8B8-C922-980E-9911-BDE062738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81D35D1-3EA8-BE2E-A1EF-4B225417B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9EF85-9A5B-194C-A2F9-616B01B1A0D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7135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93F8C0-32CC-4A13-EE66-94658572D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9CA1A8B-BC47-0BEB-C274-CB17A7FB3A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33DD088-A245-35E2-BA4D-B8AE29C3E9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B538C62-728F-A2D5-23C3-1D4197B8F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2BCC8-9E11-2148-BB34-1B91B4611F66}" type="datetimeFigureOut">
              <a:rPr kumimoji="1" lang="zh-CN" altLang="en-US" smtClean="0"/>
              <a:t>2026/1/3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E4B04D8-F847-3C7F-34C8-AFF59A94A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6CF9BD4-7FBE-AD2A-717E-B1A671DFB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9EF85-9A5B-194C-A2F9-616B01B1A0D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36436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FD9D27-3ACB-BBF2-8651-B92D7B1A9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F4DECE1-8EFE-FF85-582B-7DC4B9C78D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234F5C-1217-981B-5EB0-04AA6CD27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2BCC8-9E11-2148-BB34-1B91B4611F66}" type="datetimeFigureOut">
              <a:rPr kumimoji="1" lang="zh-CN" altLang="en-US" smtClean="0"/>
              <a:t>2026/1/3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80E9EE-2348-D01C-EA71-3CBCB9FEB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583394-F38D-14A4-3033-1CC35DFB4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9EF85-9A5B-194C-A2F9-616B01B1A0D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98146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9A38027-0115-E9AE-FE35-0B55C27962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59D15E0-C225-E49B-B216-BBB40C5B5C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307B7A-733B-67F4-D686-E8098E2F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2BCC8-9E11-2148-BB34-1B91B4611F66}" type="datetimeFigureOut">
              <a:rPr kumimoji="1" lang="zh-CN" altLang="en-US" smtClean="0"/>
              <a:t>2026/1/3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3D1F16-78B9-CEC9-2E11-E30BFDFD0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528F47-6FF0-F8C0-6E50-6D6421FDF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9EF85-9A5B-194C-A2F9-616B01B1A0D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144794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A3B76DC9-E032-51CD-C033-893294308D67}"/>
              </a:ext>
            </a:extLst>
          </p:cNvPr>
          <p:cNvSpPr/>
          <p:nvPr userDrawn="1"/>
        </p:nvSpPr>
        <p:spPr>
          <a:xfrm>
            <a:off x="0" y="6270172"/>
            <a:ext cx="12192000" cy="58782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4ACF1-8115-4F2A-BC52-125D9799F30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図 10" descr="テキスト&#10;&#10;自動的に生成された説明">
            <a:extLst>
              <a:ext uri="{FF2B5EF4-FFF2-40B4-BE49-F238E27FC236}">
                <a16:creationId xmlns:a16="http://schemas.microsoft.com/office/drawing/2014/main" id="{2FA38F64-7682-C1BE-1703-746EC603F5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7818" y="23812"/>
            <a:ext cx="1699564" cy="355329"/>
          </a:xfrm>
          <a:prstGeom prst="rect">
            <a:avLst/>
          </a:prstGeom>
        </p:spPr>
      </p:pic>
      <p:pic>
        <p:nvPicPr>
          <p:cNvPr id="9" name="図 11" descr="ロゴ&#10;&#10;自動的に生成された説明">
            <a:extLst>
              <a:ext uri="{FF2B5EF4-FFF2-40B4-BE49-F238E27FC236}">
                <a16:creationId xmlns:a16="http://schemas.microsoft.com/office/drawing/2014/main" id="{CD6C1A92-B773-FF8A-42D6-500DB4ADC00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1" y="23812"/>
            <a:ext cx="1699567" cy="329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173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245CF46-F183-7296-363C-ECDAA8062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0A0A493-933C-CCD9-5E80-0923EB7CB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63C11B-2442-7AF9-774F-45E6DCB464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72BCC8-9E11-2148-BB34-1B91B4611F66}" type="datetimeFigureOut">
              <a:rPr kumimoji="1" lang="zh-CN" altLang="en-US" smtClean="0"/>
              <a:t>2026/1/3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00D0ED-22F1-925E-76A6-ADDE268285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DE49EC-45D6-B7A9-A6D6-244EDB61D9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99EF85-9A5B-194C-A2F9-616B01B1A0D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29417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microsoft.com/office/2007/relationships/hdphoto" Target="../media/hdphoto1.wdp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17" Type="http://schemas.openxmlformats.org/officeDocument/2006/relationships/image" Target="../media/image55.png"/><Relationship Id="rId2" Type="http://schemas.openxmlformats.org/officeDocument/2006/relationships/image" Target="../media/image40.png"/><Relationship Id="rId16" Type="http://schemas.openxmlformats.org/officeDocument/2006/relationships/image" Target="../media/image5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5" Type="http://schemas.openxmlformats.org/officeDocument/2006/relationships/image" Target="../media/image5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Relationship Id="rId14" Type="http://schemas.openxmlformats.org/officeDocument/2006/relationships/image" Target="../media/image5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67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12" Type="http://schemas.openxmlformats.org/officeDocument/2006/relationships/image" Target="../media/image66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0.png"/><Relationship Id="rId11" Type="http://schemas.openxmlformats.org/officeDocument/2006/relationships/image" Target="../media/image65.png"/><Relationship Id="rId5" Type="http://schemas.openxmlformats.org/officeDocument/2006/relationships/image" Target="../media/image59.png"/><Relationship Id="rId10" Type="http://schemas.openxmlformats.org/officeDocument/2006/relationships/image" Target="../media/image64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Relationship Id="rId14" Type="http://schemas.openxmlformats.org/officeDocument/2006/relationships/image" Target="../media/image6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2.png"/><Relationship Id="rId11" Type="http://schemas.openxmlformats.org/officeDocument/2006/relationships/image" Target="../media/image77.png"/><Relationship Id="rId5" Type="http://schemas.openxmlformats.org/officeDocument/2006/relationships/image" Target="../media/image71.png"/><Relationship Id="rId10" Type="http://schemas.openxmlformats.org/officeDocument/2006/relationships/image" Target="../media/image76.png"/><Relationship Id="rId4" Type="http://schemas.openxmlformats.org/officeDocument/2006/relationships/image" Target="../media/image70.png"/><Relationship Id="rId9" Type="http://schemas.openxmlformats.org/officeDocument/2006/relationships/image" Target="../media/image7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70.png"/><Relationship Id="rId7" Type="http://schemas.openxmlformats.org/officeDocument/2006/relationships/image" Target="../media/image81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Relationship Id="rId9" Type="http://schemas.openxmlformats.org/officeDocument/2006/relationships/image" Target="../media/image8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2.xml"/><Relationship Id="rId6" Type="http://schemas.microsoft.com/office/2007/relationships/hdphoto" Target="../media/hdphoto2.wdp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863D9A8-B207-50E2-7599-10704D7F5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BE0E703-B5D3-1709-5BFF-3255ECC1F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4ACF1-8115-4F2A-BC52-125D9799F304}" type="slidenum">
              <a:rPr lang="zh-CN" altLang="en-US" smtClean="0"/>
              <a:t>1</a:t>
            </a:fld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7ACE5E4-D4FF-EFC4-996F-9A37B3329959}"/>
              </a:ext>
            </a:extLst>
          </p:cNvPr>
          <p:cNvSpPr txBox="1"/>
          <p:nvPr/>
        </p:nvSpPr>
        <p:spPr>
          <a:xfrm>
            <a:off x="1524000" y="1273743"/>
            <a:ext cx="88934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2">
                    <a:lumMod val="25000"/>
                  </a:schemeClr>
                </a:solidFill>
              </a:rPr>
              <a:t>Image</a:t>
            </a:r>
          </a:p>
        </p:txBody>
      </p:sp>
    </p:spTree>
    <p:extLst>
      <p:ext uri="{BB962C8B-B14F-4D97-AF65-F5344CB8AC3E}">
        <p14:creationId xmlns:p14="http://schemas.microsoft.com/office/powerpoint/2010/main" val="1459097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AB975B5-572C-28EC-8855-22DF947EA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4ACF1-8115-4F2A-BC52-125D9799F304}" type="slidenum">
              <a:rPr lang="zh-CN" altLang="en-US" smtClean="0"/>
              <a:t>2</a:t>
            </a:fld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1689638-7FC6-4DEA-FE53-3CAE332A50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6477" y="1028879"/>
            <a:ext cx="2066913" cy="4515612"/>
          </a:xfrm>
          <a:prstGeom prst="rect">
            <a:avLst/>
          </a:prstGeom>
        </p:spPr>
      </p:pic>
      <p:sp>
        <p:nvSpPr>
          <p:cNvPr id="4" name="椭圆 3">
            <a:extLst>
              <a:ext uri="{FF2B5EF4-FFF2-40B4-BE49-F238E27FC236}">
                <a16:creationId xmlns:a16="http://schemas.microsoft.com/office/drawing/2014/main" id="{1F927478-9B87-CABA-ACC4-79D265B491A5}"/>
              </a:ext>
            </a:extLst>
          </p:cNvPr>
          <p:cNvSpPr/>
          <p:nvPr/>
        </p:nvSpPr>
        <p:spPr>
          <a:xfrm>
            <a:off x="2964492" y="1849055"/>
            <a:ext cx="952500" cy="930880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70AF2AD-BCEA-5BC3-876D-0444FF7375B9}"/>
              </a:ext>
            </a:extLst>
          </p:cNvPr>
          <p:cNvSpPr txBox="1"/>
          <p:nvPr/>
        </p:nvSpPr>
        <p:spPr>
          <a:xfrm>
            <a:off x="3916993" y="2472159"/>
            <a:ext cx="14804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ICA Siphon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pic>
        <p:nvPicPr>
          <p:cNvPr id="6" name="图片 5" descr="卡通人物&#10;&#10;AI 生成的内容可能不正确。">
            <a:extLst>
              <a:ext uri="{FF2B5EF4-FFF2-40B4-BE49-F238E27FC236}">
                <a16:creationId xmlns:a16="http://schemas.microsoft.com/office/drawing/2014/main" id="{BCBC5B15-2236-96DA-CE8F-67C62EF5C0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9" t="9822" r="23332" b="59798"/>
          <a:stretch>
            <a:fillRect/>
          </a:stretch>
        </p:blipFill>
        <p:spPr>
          <a:xfrm>
            <a:off x="6096000" y="580808"/>
            <a:ext cx="1375710" cy="112114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03540E3-0427-2DC0-C069-14713F07380A}"/>
              </a:ext>
            </a:extLst>
          </p:cNvPr>
          <p:cNvSpPr txBox="1"/>
          <p:nvPr/>
        </p:nvSpPr>
        <p:spPr>
          <a:xfrm>
            <a:off x="6213579" y="1778583"/>
            <a:ext cx="14804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ICA Siphon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pic>
        <p:nvPicPr>
          <p:cNvPr id="8" name="图片 7" descr="图表, 折线图&#10;&#10;AI 生成的内容可能不正确。">
            <a:extLst>
              <a:ext uri="{FF2B5EF4-FFF2-40B4-BE49-F238E27FC236}">
                <a16:creationId xmlns:a16="http://schemas.microsoft.com/office/drawing/2014/main" id="{A471B214-27C0-FEC0-C9D0-79E386E228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23" r="45715"/>
          <a:stretch>
            <a:fillRect/>
          </a:stretch>
        </p:blipFill>
        <p:spPr>
          <a:xfrm>
            <a:off x="5753945" y="2381390"/>
            <a:ext cx="3435530" cy="1047611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181DBD02-53E2-033D-ED5F-3FC49C67A4A3}"/>
              </a:ext>
            </a:extLst>
          </p:cNvPr>
          <p:cNvSpPr/>
          <p:nvPr/>
        </p:nvSpPr>
        <p:spPr>
          <a:xfrm>
            <a:off x="5983487" y="2560990"/>
            <a:ext cx="204788" cy="204787"/>
          </a:xfrm>
          <a:prstGeom prst="rect">
            <a:avLst/>
          </a:prstGeom>
          <a:noFill/>
          <a:ln w="1270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图表, 箱线图&#10;&#10;AI 生成的内容可能不正确。">
            <a:extLst>
              <a:ext uri="{FF2B5EF4-FFF2-40B4-BE49-F238E27FC236}">
                <a16:creationId xmlns:a16="http://schemas.microsoft.com/office/drawing/2014/main" id="{CC57A269-3E12-9E78-AAF8-D559C0A68C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69"/>
          <a:stretch>
            <a:fillRect/>
          </a:stretch>
        </p:blipFill>
        <p:spPr>
          <a:xfrm>
            <a:off x="6373123" y="3947328"/>
            <a:ext cx="2816352" cy="1140104"/>
          </a:xfrm>
          <a:prstGeom prst="rect">
            <a:avLst/>
          </a:prstGeom>
        </p:spPr>
      </p:pic>
      <p:sp>
        <p:nvSpPr>
          <p:cNvPr id="10" name="椭圆 9">
            <a:extLst>
              <a:ext uri="{FF2B5EF4-FFF2-40B4-BE49-F238E27FC236}">
                <a16:creationId xmlns:a16="http://schemas.microsoft.com/office/drawing/2014/main" id="{98C6426A-6CE6-824E-48BD-ADBB1BC3EFF4}"/>
              </a:ext>
            </a:extLst>
          </p:cNvPr>
          <p:cNvSpPr/>
          <p:nvPr/>
        </p:nvSpPr>
        <p:spPr>
          <a:xfrm>
            <a:off x="7552730" y="4563621"/>
            <a:ext cx="64294" cy="61913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169CE14E-62F1-E061-EB0D-B70E6EC7192F}"/>
              </a:ext>
            </a:extLst>
          </p:cNvPr>
          <p:cNvSpPr/>
          <p:nvPr/>
        </p:nvSpPr>
        <p:spPr>
          <a:xfrm>
            <a:off x="7333655" y="4077483"/>
            <a:ext cx="64294" cy="6191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9917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32346F2-F905-5A50-E3F2-7C853501F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4ACF1-8115-4F2A-BC52-125D9799F304}" type="slidenum">
              <a:rPr lang="zh-CN" altLang="en-US" smtClean="0"/>
              <a:t>3</a:t>
            </a:fld>
            <a:endParaRPr lang="zh-CN" altLang="en-US"/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856B549E-FA99-5ECA-D7DE-6C6A6C264CC6}"/>
              </a:ext>
            </a:extLst>
          </p:cNvPr>
          <p:cNvCxnSpPr>
            <a:cxnSpLocks/>
          </p:cNvCxnSpPr>
          <p:nvPr/>
        </p:nvCxnSpPr>
        <p:spPr>
          <a:xfrm>
            <a:off x="4418299" y="1067622"/>
            <a:ext cx="0" cy="4272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ACCCCA47-DC8E-4A4C-9454-637CA9EB7957}"/>
              </a:ext>
            </a:extLst>
          </p:cNvPr>
          <p:cNvCxnSpPr>
            <a:cxnSpLocks/>
            <a:stCxn id="95" idx="2"/>
          </p:cNvCxnSpPr>
          <p:nvPr/>
        </p:nvCxnSpPr>
        <p:spPr>
          <a:xfrm>
            <a:off x="4411442" y="2325222"/>
            <a:ext cx="6857" cy="38655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9C3A10C4-D9D6-4854-FD6E-1D58CF6EE842}"/>
              </a:ext>
            </a:extLst>
          </p:cNvPr>
          <p:cNvSpPr/>
          <p:nvPr/>
        </p:nvSpPr>
        <p:spPr>
          <a:xfrm>
            <a:off x="3887740" y="5162286"/>
            <a:ext cx="1091849" cy="56645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S2 Type</a:t>
            </a:r>
            <a:endParaRPr lang="zh-CN" altLang="en-US" dirty="0"/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41925DB8-0C5A-5AA9-8431-8C4027186B8D}"/>
              </a:ext>
            </a:extLst>
          </p:cNvPr>
          <p:cNvCxnSpPr>
            <a:cxnSpLocks/>
          </p:cNvCxnSpPr>
          <p:nvPr/>
        </p:nvCxnSpPr>
        <p:spPr>
          <a:xfrm>
            <a:off x="2722524" y="4353047"/>
            <a:ext cx="453461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1C3C3383-4584-3373-C2AC-8C7DEEAD9ED3}"/>
              </a:ext>
            </a:extLst>
          </p:cNvPr>
          <p:cNvCxnSpPr>
            <a:cxnSpLocks/>
          </p:cNvCxnSpPr>
          <p:nvPr/>
        </p:nvCxnSpPr>
        <p:spPr>
          <a:xfrm>
            <a:off x="2722524" y="4353047"/>
            <a:ext cx="0" cy="79294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5C06B2E0-FFBE-8282-9EBD-4550420E5814}"/>
              </a:ext>
            </a:extLst>
          </p:cNvPr>
          <p:cNvSpPr txBox="1"/>
          <p:nvPr/>
        </p:nvSpPr>
        <p:spPr>
          <a:xfrm>
            <a:off x="2726920" y="4050977"/>
            <a:ext cx="5238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No</a:t>
            </a:r>
            <a:endParaRPr lang="zh-CN" altLang="en-US" sz="1600" dirty="0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4E9BA32D-5407-30B6-4912-5420B735AAF5}"/>
              </a:ext>
            </a:extLst>
          </p:cNvPr>
          <p:cNvSpPr/>
          <p:nvPr/>
        </p:nvSpPr>
        <p:spPr>
          <a:xfrm>
            <a:off x="6741429" y="5159342"/>
            <a:ext cx="1091849" cy="56645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 Type</a:t>
            </a:r>
            <a:endParaRPr lang="zh-CN" altLang="en-US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3A845DC8-B339-3D7D-C7BB-4E7F73049EFE}"/>
              </a:ext>
            </a:extLst>
          </p:cNvPr>
          <p:cNvSpPr txBox="1"/>
          <p:nvPr/>
        </p:nvSpPr>
        <p:spPr>
          <a:xfrm>
            <a:off x="4411442" y="2299613"/>
            <a:ext cx="5238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Yes</a:t>
            </a:r>
            <a:endParaRPr lang="zh-CN" altLang="en-US" sz="1600" dirty="0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69C125B-6A87-5D6B-D7A4-900741225CFF}"/>
              </a:ext>
            </a:extLst>
          </p:cNvPr>
          <p:cNvSpPr/>
          <p:nvPr/>
        </p:nvSpPr>
        <p:spPr>
          <a:xfrm>
            <a:off x="2176599" y="5162286"/>
            <a:ext cx="1091849" cy="56645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S1 Type</a:t>
            </a:r>
            <a:endParaRPr lang="zh-CN" altLang="en-US" dirty="0"/>
          </a:p>
        </p:txBody>
      </p: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D38A277B-70D6-3697-C360-9D930ED676E8}"/>
              </a:ext>
            </a:extLst>
          </p:cNvPr>
          <p:cNvCxnSpPr>
            <a:cxnSpLocks/>
          </p:cNvCxnSpPr>
          <p:nvPr/>
        </p:nvCxnSpPr>
        <p:spPr>
          <a:xfrm>
            <a:off x="5680346" y="3128685"/>
            <a:ext cx="1606026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F9C4D36E-392A-92AF-8441-DF31864894B7}"/>
              </a:ext>
            </a:extLst>
          </p:cNvPr>
          <p:cNvSpPr txBox="1"/>
          <p:nvPr/>
        </p:nvSpPr>
        <p:spPr>
          <a:xfrm>
            <a:off x="6018313" y="2811789"/>
            <a:ext cx="5238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No</a:t>
            </a:r>
            <a:endParaRPr lang="zh-CN" altLang="en-US" sz="1600" dirty="0"/>
          </a:p>
        </p:txBody>
      </p: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4AAE0662-91F9-45CB-97AD-7428D93E04BD}"/>
              </a:ext>
            </a:extLst>
          </p:cNvPr>
          <p:cNvCxnSpPr>
            <a:cxnSpLocks/>
          </p:cNvCxnSpPr>
          <p:nvPr/>
        </p:nvCxnSpPr>
        <p:spPr>
          <a:xfrm>
            <a:off x="7286372" y="3142136"/>
            <a:ext cx="0" cy="792158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8" name="矩形 57">
            <a:extLst>
              <a:ext uri="{FF2B5EF4-FFF2-40B4-BE49-F238E27FC236}">
                <a16:creationId xmlns:a16="http://schemas.microsoft.com/office/drawing/2014/main" id="{C3F34402-67C9-AF38-7191-6FA3EE505C3A}"/>
              </a:ext>
            </a:extLst>
          </p:cNvPr>
          <p:cNvSpPr/>
          <p:nvPr/>
        </p:nvSpPr>
        <p:spPr>
          <a:xfrm>
            <a:off x="8476648" y="5159342"/>
            <a:ext cx="1091849" cy="566456"/>
          </a:xfrm>
          <a:prstGeom prst="rect">
            <a:avLst/>
          </a:prstGeom>
          <a:solidFill>
            <a:srgbClr val="FFFFCC"/>
          </a:solidFill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V Type</a:t>
            </a:r>
            <a:endParaRPr lang="zh-CN" altLang="en-US" dirty="0"/>
          </a:p>
        </p:txBody>
      </p: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5A07D0F5-6176-061A-B426-00ABDED3D266}"/>
              </a:ext>
            </a:extLst>
          </p:cNvPr>
          <p:cNvCxnSpPr>
            <a:cxnSpLocks/>
          </p:cNvCxnSpPr>
          <p:nvPr/>
        </p:nvCxnSpPr>
        <p:spPr>
          <a:xfrm>
            <a:off x="8530900" y="4344008"/>
            <a:ext cx="491672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5" name="文本框 74">
            <a:extLst>
              <a:ext uri="{FF2B5EF4-FFF2-40B4-BE49-F238E27FC236}">
                <a16:creationId xmlns:a16="http://schemas.microsoft.com/office/drawing/2014/main" id="{B6D01489-DECC-4DC4-A0DD-B1DCE3C1188E}"/>
              </a:ext>
            </a:extLst>
          </p:cNvPr>
          <p:cNvSpPr txBox="1"/>
          <p:nvPr/>
        </p:nvSpPr>
        <p:spPr>
          <a:xfrm>
            <a:off x="8568992" y="4024089"/>
            <a:ext cx="5238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No</a:t>
            </a:r>
            <a:endParaRPr lang="zh-CN" altLang="en-US" sz="1600" dirty="0"/>
          </a:p>
        </p:txBody>
      </p: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75F48135-644B-96DA-7F24-FE4D6DA8D4FB}"/>
              </a:ext>
            </a:extLst>
          </p:cNvPr>
          <p:cNvCxnSpPr>
            <a:cxnSpLocks/>
            <a:endCxn id="58" idx="0"/>
          </p:cNvCxnSpPr>
          <p:nvPr/>
        </p:nvCxnSpPr>
        <p:spPr>
          <a:xfrm>
            <a:off x="9022572" y="4342540"/>
            <a:ext cx="0" cy="816802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4" name="文本框 83">
            <a:extLst>
              <a:ext uri="{FF2B5EF4-FFF2-40B4-BE49-F238E27FC236}">
                <a16:creationId xmlns:a16="http://schemas.microsoft.com/office/drawing/2014/main" id="{02FAE526-736B-ADCF-2FCF-5C1DC1B50A44}"/>
              </a:ext>
            </a:extLst>
          </p:cNvPr>
          <p:cNvSpPr txBox="1"/>
          <p:nvPr/>
        </p:nvSpPr>
        <p:spPr>
          <a:xfrm>
            <a:off x="6057325" y="1559776"/>
            <a:ext cx="5238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No</a:t>
            </a:r>
            <a:endParaRPr lang="zh-CN" altLang="en-US" sz="1600" dirty="0"/>
          </a:p>
        </p:txBody>
      </p:sp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8B226463-E4E7-90A9-8ED7-B6D5610A734D}"/>
              </a:ext>
            </a:extLst>
          </p:cNvPr>
          <p:cNvCxnSpPr>
            <a:cxnSpLocks/>
          </p:cNvCxnSpPr>
          <p:nvPr/>
        </p:nvCxnSpPr>
        <p:spPr>
          <a:xfrm>
            <a:off x="5663829" y="1907454"/>
            <a:ext cx="1270191" cy="941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矩形 88">
            <a:extLst>
              <a:ext uri="{FF2B5EF4-FFF2-40B4-BE49-F238E27FC236}">
                <a16:creationId xmlns:a16="http://schemas.microsoft.com/office/drawing/2014/main" id="{4882A14D-60F8-1B44-D6AF-749680F0FB59}"/>
              </a:ext>
            </a:extLst>
          </p:cNvPr>
          <p:cNvSpPr/>
          <p:nvPr/>
        </p:nvSpPr>
        <p:spPr>
          <a:xfrm>
            <a:off x="6941556" y="1636217"/>
            <a:ext cx="1091849" cy="56645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U Type</a:t>
            </a:r>
            <a:endParaRPr lang="zh-CN" altLang="en-US" dirty="0"/>
          </a:p>
        </p:txBody>
      </p:sp>
      <p:sp>
        <p:nvSpPr>
          <p:cNvPr id="95" name="流程图: 决策 94">
            <a:extLst>
              <a:ext uri="{FF2B5EF4-FFF2-40B4-BE49-F238E27FC236}">
                <a16:creationId xmlns:a16="http://schemas.microsoft.com/office/drawing/2014/main" id="{EC5712FB-9210-4AB0-8B70-A8A8C3FC1F98}"/>
              </a:ext>
            </a:extLst>
          </p:cNvPr>
          <p:cNvSpPr/>
          <p:nvPr/>
        </p:nvSpPr>
        <p:spPr>
          <a:xfrm>
            <a:off x="3129802" y="1494839"/>
            <a:ext cx="2563278" cy="830383"/>
          </a:xfrm>
          <a:prstGeom prst="flowChartDecision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DDECDE3D-CD34-D667-D650-03F85986C0D9}"/>
                  </a:ext>
                </a:extLst>
              </p:cNvPr>
              <p:cNvSpPr txBox="1"/>
              <p:nvPr/>
            </p:nvSpPr>
            <p:spPr>
              <a:xfrm>
                <a:off x="3448178" y="1723637"/>
                <a:ext cx="197063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𝐶𝑅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1≤1.52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𝑚𝑚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DDECDE3D-CD34-D667-D650-03F85986C0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8178" y="1723637"/>
                <a:ext cx="1970638" cy="3385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流程图: 决策 100">
            <a:extLst>
              <a:ext uri="{FF2B5EF4-FFF2-40B4-BE49-F238E27FC236}">
                <a16:creationId xmlns:a16="http://schemas.microsoft.com/office/drawing/2014/main" id="{5A1BC409-53A5-A7FA-82CF-2D85ADCDE657}"/>
              </a:ext>
            </a:extLst>
          </p:cNvPr>
          <p:cNvSpPr/>
          <p:nvPr/>
        </p:nvSpPr>
        <p:spPr>
          <a:xfrm>
            <a:off x="3136659" y="2709806"/>
            <a:ext cx="2563278" cy="830383"/>
          </a:xfrm>
          <a:prstGeom prst="flowChartDecision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文本框 101">
                <a:extLst>
                  <a:ext uri="{FF2B5EF4-FFF2-40B4-BE49-F238E27FC236}">
                    <a16:creationId xmlns:a16="http://schemas.microsoft.com/office/drawing/2014/main" id="{B4B88B3B-CE24-3B12-9AE8-3F1D5EC626BE}"/>
                  </a:ext>
                </a:extLst>
              </p:cNvPr>
              <p:cNvSpPr txBox="1"/>
              <p:nvPr/>
            </p:nvSpPr>
            <p:spPr>
              <a:xfrm>
                <a:off x="3455035" y="2938604"/>
                <a:ext cx="197063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𝐶𝑅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2≤3.17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𝑚𝑚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02" name="文本框 101">
                <a:extLst>
                  <a:ext uri="{FF2B5EF4-FFF2-40B4-BE49-F238E27FC236}">
                    <a16:creationId xmlns:a16="http://schemas.microsoft.com/office/drawing/2014/main" id="{B4B88B3B-CE24-3B12-9AE8-3F1D5EC626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5035" y="2938604"/>
                <a:ext cx="1970638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0DABD46B-7730-CEDA-17C2-045E3B75D1F2}"/>
              </a:ext>
            </a:extLst>
          </p:cNvPr>
          <p:cNvCxnSpPr>
            <a:cxnSpLocks/>
          </p:cNvCxnSpPr>
          <p:nvPr/>
        </p:nvCxnSpPr>
        <p:spPr>
          <a:xfrm>
            <a:off x="4419952" y="3538216"/>
            <a:ext cx="6857" cy="38655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文本框 103">
            <a:extLst>
              <a:ext uri="{FF2B5EF4-FFF2-40B4-BE49-F238E27FC236}">
                <a16:creationId xmlns:a16="http://schemas.microsoft.com/office/drawing/2014/main" id="{D1C03E82-B5EF-AFF8-17CA-F12B8074F25C}"/>
              </a:ext>
            </a:extLst>
          </p:cNvPr>
          <p:cNvSpPr txBox="1"/>
          <p:nvPr/>
        </p:nvSpPr>
        <p:spPr>
          <a:xfrm>
            <a:off x="4419952" y="3512607"/>
            <a:ext cx="5238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Yes</a:t>
            </a:r>
            <a:endParaRPr lang="zh-CN" altLang="en-US" sz="1600" dirty="0"/>
          </a:p>
        </p:txBody>
      </p:sp>
      <p:sp>
        <p:nvSpPr>
          <p:cNvPr id="105" name="流程图: 决策 104">
            <a:extLst>
              <a:ext uri="{FF2B5EF4-FFF2-40B4-BE49-F238E27FC236}">
                <a16:creationId xmlns:a16="http://schemas.microsoft.com/office/drawing/2014/main" id="{F0B18536-7BB9-EEC6-D87C-549073AF4CCD}"/>
              </a:ext>
            </a:extLst>
          </p:cNvPr>
          <p:cNvSpPr/>
          <p:nvPr/>
        </p:nvSpPr>
        <p:spPr>
          <a:xfrm>
            <a:off x="3145169" y="3930512"/>
            <a:ext cx="2563278" cy="830383"/>
          </a:xfrm>
          <a:prstGeom prst="flowChartDecision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7BDDA358-EADE-ED4F-FF68-B020C3941013}"/>
                  </a:ext>
                </a:extLst>
              </p:cNvPr>
              <p:cNvSpPr txBox="1"/>
              <p:nvPr/>
            </p:nvSpPr>
            <p:spPr>
              <a:xfrm>
                <a:off x="3503771" y="4050978"/>
                <a:ext cx="197063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1600" dirty="0"/>
                        <m:t>NormalAngle</m:t>
                      </m:r>
                    </m:oMath>
                  </m:oMathPara>
                </a14:m>
                <a:endParaRPr lang="en-US" altLang="zh-CN" sz="16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600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52.61°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7BDDA358-EADE-ED4F-FF68-B020C39410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3771" y="4050978"/>
                <a:ext cx="1970638" cy="584775"/>
              </a:xfrm>
              <a:prstGeom prst="rect">
                <a:avLst/>
              </a:prstGeom>
              <a:blipFill>
                <a:blip r:embed="rId4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952CEF90-7DA7-1C20-BD9D-59D2452BA467}"/>
              </a:ext>
            </a:extLst>
          </p:cNvPr>
          <p:cNvCxnSpPr>
            <a:cxnSpLocks/>
          </p:cNvCxnSpPr>
          <p:nvPr/>
        </p:nvCxnSpPr>
        <p:spPr>
          <a:xfrm>
            <a:off x="4426808" y="4760184"/>
            <a:ext cx="6857" cy="38655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文本框 107">
            <a:extLst>
              <a:ext uri="{FF2B5EF4-FFF2-40B4-BE49-F238E27FC236}">
                <a16:creationId xmlns:a16="http://schemas.microsoft.com/office/drawing/2014/main" id="{8EAE5A93-B95E-429B-970D-EF045B1AE2A6}"/>
              </a:ext>
            </a:extLst>
          </p:cNvPr>
          <p:cNvSpPr txBox="1"/>
          <p:nvPr/>
        </p:nvSpPr>
        <p:spPr>
          <a:xfrm>
            <a:off x="4426808" y="4734575"/>
            <a:ext cx="5238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Yes</a:t>
            </a:r>
            <a:endParaRPr lang="zh-CN" altLang="en-US" sz="1600" dirty="0"/>
          </a:p>
        </p:txBody>
      </p:sp>
      <p:sp>
        <p:nvSpPr>
          <p:cNvPr id="112" name="流程图: 决策 111">
            <a:extLst>
              <a:ext uri="{FF2B5EF4-FFF2-40B4-BE49-F238E27FC236}">
                <a16:creationId xmlns:a16="http://schemas.microsoft.com/office/drawing/2014/main" id="{C46D6FAA-0909-A1E6-E45B-F7F17487618F}"/>
              </a:ext>
            </a:extLst>
          </p:cNvPr>
          <p:cNvSpPr/>
          <p:nvPr/>
        </p:nvSpPr>
        <p:spPr>
          <a:xfrm>
            <a:off x="5998858" y="3929801"/>
            <a:ext cx="2563278" cy="830383"/>
          </a:xfrm>
          <a:prstGeom prst="flowChartDecision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文本框 112">
                <a:extLst>
                  <a:ext uri="{FF2B5EF4-FFF2-40B4-BE49-F238E27FC236}">
                    <a16:creationId xmlns:a16="http://schemas.microsoft.com/office/drawing/2014/main" id="{86008E38-B9E0-03E8-125D-4A79D3D461EC}"/>
                  </a:ext>
                </a:extLst>
              </p:cNvPr>
              <p:cNvSpPr txBox="1"/>
              <p:nvPr/>
            </p:nvSpPr>
            <p:spPr>
              <a:xfrm>
                <a:off x="6357460" y="4050267"/>
                <a:ext cx="197063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1600" dirty="0"/>
                        <m:t>NormalAngle</m:t>
                      </m:r>
                    </m:oMath>
                  </m:oMathPara>
                </a14:m>
                <a:endParaRPr lang="en-US" altLang="zh-CN" sz="16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600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52.61°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13" name="文本框 112">
                <a:extLst>
                  <a:ext uri="{FF2B5EF4-FFF2-40B4-BE49-F238E27FC236}">
                    <a16:creationId xmlns:a16="http://schemas.microsoft.com/office/drawing/2014/main" id="{86008E38-B9E0-03E8-125D-4A79D3D461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7460" y="4050267"/>
                <a:ext cx="1970638" cy="584775"/>
              </a:xfrm>
              <a:prstGeom prst="rect">
                <a:avLst/>
              </a:prstGeom>
              <a:blipFill>
                <a:blip r:embed="rId5"/>
                <a:stretch>
                  <a:fillRect b="-42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6" name="直接箭头连接符 115">
            <a:extLst>
              <a:ext uri="{FF2B5EF4-FFF2-40B4-BE49-F238E27FC236}">
                <a16:creationId xmlns:a16="http://schemas.microsoft.com/office/drawing/2014/main" id="{4A1B73CE-F278-341B-528E-D449A6CE16CC}"/>
              </a:ext>
            </a:extLst>
          </p:cNvPr>
          <p:cNvCxnSpPr>
            <a:cxnSpLocks/>
          </p:cNvCxnSpPr>
          <p:nvPr/>
        </p:nvCxnSpPr>
        <p:spPr>
          <a:xfrm>
            <a:off x="7280497" y="4759389"/>
            <a:ext cx="6857" cy="38655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文本框 116">
            <a:extLst>
              <a:ext uri="{FF2B5EF4-FFF2-40B4-BE49-F238E27FC236}">
                <a16:creationId xmlns:a16="http://schemas.microsoft.com/office/drawing/2014/main" id="{27A207F1-9D0E-E7A2-010D-472ADF9EAB06}"/>
              </a:ext>
            </a:extLst>
          </p:cNvPr>
          <p:cNvSpPr txBox="1"/>
          <p:nvPr/>
        </p:nvSpPr>
        <p:spPr>
          <a:xfrm>
            <a:off x="7280497" y="4733780"/>
            <a:ext cx="5238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Yes</a:t>
            </a:r>
            <a:endParaRPr lang="zh-CN" altLang="en-US" sz="1600" dirty="0"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611DA8E6-E417-AFB2-ABDB-761FD46995EB}"/>
              </a:ext>
            </a:extLst>
          </p:cNvPr>
          <p:cNvSpPr/>
          <p:nvPr/>
        </p:nvSpPr>
        <p:spPr>
          <a:xfrm>
            <a:off x="3649248" y="501166"/>
            <a:ext cx="1524386" cy="566456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dirty="0"/>
              <a:t>START</a:t>
            </a:r>
            <a:endParaRPr lang="zh-CN" altLang="en-US" sz="2400" dirty="0"/>
          </a:p>
        </p:txBody>
      </p:sp>
      <p:graphicFrame>
        <p:nvGraphicFramePr>
          <p:cNvPr id="121" name="表格 120">
            <a:extLst>
              <a:ext uri="{FF2B5EF4-FFF2-40B4-BE49-F238E27FC236}">
                <a16:creationId xmlns:a16="http://schemas.microsoft.com/office/drawing/2014/main" id="{FB2C58D2-A79A-F03A-45C6-D0C3745E155E}"/>
              </a:ext>
            </a:extLst>
          </p:cNvPr>
          <p:cNvGraphicFramePr>
            <a:graphicFrameLocks noGrp="1"/>
          </p:cNvGraphicFramePr>
          <p:nvPr/>
        </p:nvGraphicFramePr>
        <p:xfrm>
          <a:off x="8923746" y="1678667"/>
          <a:ext cx="4372119" cy="1669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594">
                  <a:extLst>
                    <a:ext uri="{9D8B030D-6E8A-4147-A177-3AD203B41FA5}">
                      <a16:colId xmlns:a16="http://schemas.microsoft.com/office/drawing/2014/main" val="584696900"/>
                    </a:ext>
                  </a:extLst>
                </a:gridCol>
                <a:gridCol w="1114375">
                  <a:extLst>
                    <a:ext uri="{9D8B030D-6E8A-4147-A177-3AD203B41FA5}">
                      <a16:colId xmlns:a16="http://schemas.microsoft.com/office/drawing/2014/main" val="3854733287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347877962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67409049"/>
                    </a:ext>
                  </a:extLst>
                </a:gridCol>
              </a:tblGrid>
              <a:tr h="29767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Type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B1 Curvature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B1</a:t>
                      </a:r>
                      <a:r>
                        <a:rPr lang="zh-CN" altLang="en-US" sz="1200" dirty="0">
                          <a:solidFill>
                            <a:schemeClr val="tx1"/>
                          </a:solidFill>
                        </a:rPr>
                        <a:t>・</a:t>
                      </a:r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B2 Torsion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B2 Curvature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8497272"/>
                  </a:ext>
                </a:extLst>
              </a:tr>
              <a:tr h="24512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U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rgbClr val="FF0000"/>
                          </a:solidFill>
                        </a:rPr>
                        <a:t>low</a:t>
                      </a:r>
                      <a:endParaRPr lang="zh-CN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rgbClr val="FF0000"/>
                          </a:solidFill>
                        </a:rPr>
                        <a:t>Low or high</a:t>
                      </a:r>
                      <a:endParaRPr lang="zh-CN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rgbClr val="FF0000"/>
                          </a:solidFill>
                        </a:rPr>
                        <a:t>Low or high</a:t>
                      </a:r>
                      <a:endParaRPr lang="zh-CN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834556"/>
                  </a:ext>
                </a:extLst>
              </a:tr>
              <a:tr h="24512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V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high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rgbClr val="FF0000"/>
                          </a:solidFill>
                        </a:rPr>
                        <a:t>low</a:t>
                      </a:r>
                      <a:endParaRPr lang="zh-CN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rgbClr val="FF0000"/>
                          </a:solidFill>
                        </a:rPr>
                        <a:t>low</a:t>
                      </a:r>
                      <a:endParaRPr lang="zh-CN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4154446"/>
                  </a:ext>
                </a:extLst>
              </a:tr>
              <a:tr h="24512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high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high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rgbClr val="FF0000"/>
                          </a:solidFill>
                        </a:rPr>
                        <a:t>low</a:t>
                      </a:r>
                      <a:endParaRPr lang="zh-CN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0007080"/>
                  </a:ext>
                </a:extLst>
              </a:tr>
              <a:tr h="24512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S1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high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high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high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10732"/>
                  </a:ext>
                </a:extLst>
              </a:tr>
              <a:tr h="24512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S2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high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rgbClr val="FF0000"/>
                          </a:solidFill>
                        </a:rPr>
                        <a:t>low</a:t>
                      </a:r>
                      <a:endParaRPr lang="zh-CN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high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7508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8054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0DBE953-9204-B9AA-90F6-9A19DE66A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FDFEE18-9185-FE72-08B4-133BD8FED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4ACF1-8115-4F2A-BC52-125D9799F304}" type="slidenum">
              <a:rPr lang="zh-CN" altLang="en-US" smtClean="0"/>
              <a:t>4</a:t>
            </a:fld>
            <a:endParaRPr lang="zh-CN" altLang="en-US"/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B7316370-DDD0-4EB5-F639-A0D8D68964E0}"/>
              </a:ext>
            </a:extLst>
          </p:cNvPr>
          <p:cNvCxnSpPr>
            <a:cxnSpLocks/>
          </p:cNvCxnSpPr>
          <p:nvPr/>
        </p:nvCxnSpPr>
        <p:spPr>
          <a:xfrm>
            <a:off x="4170649" y="1410522"/>
            <a:ext cx="0" cy="4272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05AE5BEB-C438-15ED-AF54-8D358DD1817D}"/>
              </a:ext>
            </a:extLst>
          </p:cNvPr>
          <p:cNvCxnSpPr>
            <a:cxnSpLocks/>
            <a:stCxn id="95" idx="2"/>
          </p:cNvCxnSpPr>
          <p:nvPr/>
        </p:nvCxnSpPr>
        <p:spPr>
          <a:xfrm>
            <a:off x="4163792" y="2668122"/>
            <a:ext cx="6857" cy="38655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C4162CD1-CC46-5C05-60B9-3BA490EBA667}"/>
              </a:ext>
            </a:extLst>
          </p:cNvPr>
          <p:cNvSpPr/>
          <p:nvPr/>
        </p:nvSpPr>
        <p:spPr>
          <a:xfrm>
            <a:off x="3633234" y="5155633"/>
            <a:ext cx="1091849" cy="56645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 Type</a:t>
            </a:r>
            <a:endParaRPr lang="zh-CN" altLang="en-US" dirty="0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1C975C5-4D5E-71CA-28CF-BCDDC5B547BC}"/>
              </a:ext>
            </a:extLst>
          </p:cNvPr>
          <p:cNvSpPr/>
          <p:nvPr/>
        </p:nvSpPr>
        <p:spPr>
          <a:xfrm>
            <a:off x="6590921" y="5151989"/>
            <a:ext cx="1091849" cy="56645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 Type</a:t>
            </a:r>
            <a:endParaRPr lang="zh-CN" altLang="en-US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1A1C12D8-8D49-9387-3B44-52E833D4449F}"/>
              </a:ext>
            </a:extLst>
          </p:cNvPr>
          <p:cNvSpPr txBox="1"/>
          <p:nvPr/>
        </p:nvSpPr>
        <p:spPr>
          <a:xfrm>
            <a:off x="4163792" y="2642513"/>
            <a:ext cx="5238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Yes</a:t>
            </a:r>
            <a:endParaRPr lang="zh-CN" altLang="en-US" sz="1600" dirty="0"/>
          </a:p>
        </p:txBody>
      </p: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FAF967DA-2817-58F4-84C0-766848CCAB44}"/>
              </a:ext>
            </a:extLst>
          </p:cNvPr>
          <p:cNvCxnSpPr>
            <a:cxnSpLocks/>
          </p:cNvCxnSpPr>
          <p:nvPr/>
        </p:nvCxnSpPr>
        <p:spPr>
          <a:xfrm>
            <a:off x="5432696" y="3471585"/>
            <a:ext cx="1697292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811B16FF-63B9-B2AF-E01E-9D72DEF73724}"/>
              </a:ext>
            </a:extLst>
          </p:cNvPr>
          <p:cNvSpPr txBox="1"/>
          <p:nvPr/>
        </p:nvSpPr>
        <p:spPr>
          <a:xfrm>
            <a:off x="5982481" y="3146429"/>
            <a:ext cx="5238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No</a:t>
            </a:r>
            <a:endParaRPr lang="zh-CN" altLang="en-US" sz="1600" dirty="0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3B685331-880F-7D66-F7FC-18487B1905B3}"/>
              </a:ext>
            </a:extLst>
          </p:cNvPr>
          <p:cNvSpPr/>
          <p:nvPr/>
        </p:nvSpPr>
        <p:spPr>
          <a:xfrm>
            <a:off x="8326140" y="5151989"/>
            <a:ext cx="1091849" cy="566456"/>
          </a:xfrm>
          <a:prstGeom prst="rect">
            <a:avLst/>
          </a:prstGeom>
          <a:solidFill>
            <a:srgbClr val="FFFFCC"/>
          </a:solidFill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V Type</a:t>
            </a:r>
            <a:endParaRPr lang="zh-CN" altLang="en-US" dirty="0"/>
          </a:p>
        </p:txBody>
      </p: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2431A6C8-1DC9-F76B-210E-1D22C4BCB413}"/>
              </a:ext>
            </a:extLst>
          </p:cNvPr>
          <p:cNvCxnSpPr>
            <a:cxnSpLocks/>
          </p:cNvCxnSpPr>
          <p:nvPr/>
        </p:nvCxnSpPr>
        <p:spPr>
          <a:xfrm>
            <a:off x="8380392" y="4336655"/>
            <a:ext cx="491672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5" name="文本框 74">
            <a:extLst>
              <a:ext uri="{FF2B5EF4-FFF2-40B4-BE49-F238E27FC236}">
                <a16:creationId xmlns:a16="http://schemas.microsoft.com/office/drawing/2014/main" id="{11D16AF6-8404-F0C5-7A5C-1C3241A4F7D1}"/>
              </a:ext>
            </a:extLst>
          </p:cNvPr>
          <p:cNvSpPr txBox="1"/>
          <p:nvPr/>
        </p:nvSpPr>
        <p:spPr>
          <a:xfrm>
            <a:off x="8418484" y="4016736"/>
            <a:ext cx="5238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No</a:t>
            </a:r>
            <a:endParaRPr lang="zh-CN" altLang="en-US" sz="1600" dirty="0"/>
          </a:p>
        </p:txBody>
      </p: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F3BA52F3-AF18-B40C-3F28-EFC9DDCBD091}"/>
              </a:ext>
            </a:extLst>
          </p:cNvPr>
          <p:cNvCxnSpPr>
            <a:cxnSpLocks/>
            <a:endCxn id="58" idx="0"/>
          </p:cNvCxnSpPr>
          <p:nvPr/>
        </p:nvCxnSpPr>
        <p:spPr>
          <a:xfrm>
            <a:off x="8872064" y="4335187"/>
            <a:ext cx="0" cy="816802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4" name="文本框 83">
            <a:extLst>
              <a:ext uri="{FF2B5EF4-FFF2-40B4-BE49-F238E27FC236}">
                <a16:creationId xmlns:a16="http://schemas.microsoft.com/office/drawing/2014/main" id="{FA254467-FC1A-AF79-A65A-BE0122BFAC54}"/>
              </a:ext>
            </a:extLst>
          </p:cNvPr>
          <p:cNvSpPr txBox="1"/>
          <p:nvPr/>
        </p:nvSpPr>
        <p:spPr>
          <a:xfrm>
            <a:off x="5809675" y="1902676"/>
            <a:ext cx="5238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No</a:t>
            </a:r>
            <a:endParaRPr lang="zh-CN" altLang="en-US" sz="1600" dirty="0"/>
          </a:p>
        </p:txBody>
      </p:sp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163CFEEC-7FC3-AA9F-2D8E-CAFEB8BE11DB}"/>
              </a:ext>
            </a:extLst>
          </p:cNvPr>
          <p:cNvCxnSpPr>
            <a:cxnSpLocks/>
          </p:cNvCxnSpPr>
          <p:nvPr/>
        </p:nvCxnSpPr>
        <p:spPr>
          <a:xfrm>
            <a:off x="5416179" y="2250354"/>
            <a:ext cx="1270191" cy="941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矩形 88">
            <a:extLst>
              <a:ext uri="{FF2B5EF4-FFF2-40B4-BE49-F238E27FC236}">
                <a16:creationId xmlns:a16="http://schemas.microsoft.com/office/drawing/2014/main" id="{D5EE46B4-3DFA-ED22-2DD4-E09E245415F1}"/>
              </a:ext>
            </a:extLst>
          </p:cNvPr>
          <p:cNvSpPr/>
          <p:nvPr/>
        </p:nvSpPr>
        <p:spPr>
          <a:xfrm>
            <a:off x="6693906" y="1979117"/>
            <a:ext cx="1091849" cy="56645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U Type</a:t>
            </a:r>
            <a:endParaRPr lang="zh-CN" altLang="en-US" dirty="0"/>
          </a:p>
        </p:txBody>
      </p:sp>
      <p:sp>
        <p:nvSpPr>
          <p:cNvPr id="95" name="流程图: 决策 94">
            <a:extLst>
              <a:ext uri="{FF2B5EF4-FFF2-40B4-BE49-F238E27FC236}">
                <a16:creationId xmlns:a16="http://schemas.microsoft.com/office/drawing/2014/main" id="{CACD08E8-46B3-62C0-4804-6FBEAD888FF6}"/>
              </a:ext>
            </a:extLst>
          </p:cNvPr>
          <p:cNvSpPr/>
          <p:nvPr/>
        </p:nvSpPr>
        <p:spPr>
          <a:xfrm>
            <a:off x="2882152" y="1837739"/>
            <a:ext cx="2563278" cy="830383"/>
          </a:xfrm>
          <a:prstGeom prst="flowChartDecision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864428A3-3766-61CF-F976-FA74D4A6AA0C}"/>
                  </a:ext>
                </a:extLst>
              </p:cNvPr>
              <p:cNvSpPr txBox="1"/>
              <p:nvPr/>
            </p:nvSpPr>
            <p:spPr>
              <a:xfrm>
                <a:off x="3200528" y="2066537"/>
                <a:ext cx="197063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𝐶𝑅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1≤1.52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𝑚𝑚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864428A3-3766-61CF-F976-FA74D4A6AA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528" y="2066537"/>
                <a:ext cx="1970638" cy="3385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流程图: 决策 100">
            <a:extLst>
              <a:ext uri="{FF2B5EF4-FFF2-40B4-BE49-F238E27FC236}">
                <a16:creationId xmlns:a16="http://schemas.microsoft.com/office/drawing/2014/main" id="{9A618B03-9A44-980A-D9C7-3C5A36FAC2BA}"/>
              </a:ext>
            </a:extLst>
          </p:cNvPr>
          <p:cNvSpPr/>
          <p:nvPr/>
        </p:nvSpPr>
        <p:spPr>
          <a:xfrm>
            <a:off x="2889009" y="3052706"/>
            <a:ext cx="2563278" cy="830383"/>
          </a:xfrm>
          <a:prstGeom prst="flowChartDecision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文本框 101">
                <a:extLst>
                  <a:ext uri="{FF2B5EF4-FFF2-40B4-BE49-F238E27FC236}">
                    <a16:creationId xmlns:a16="http://schemas.microsoft.com/office/drawing/2014/main" id="{4810E0A9-FC1E-8224-BF04-4F2CE07AD942}"/>
                  </a:ext>
                </a:extLst>
              </p:cNvPr>
              <p:cNvSpPr txBox="1"/>
              <p:nvPr/>
            </p:nvSpPr>
            <p:spPr>
              <a:xfrm>
                <a:off x="3207385" y="3281504"/>
                <a:ext cx="197063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𝐶𝑅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2≤3.17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𝑚𝑚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02" name="文本框 101">
                <a:extLst>
                  <a:ext uri="{FF2B5EF4-FFF2-40B4-BE49-F238E27FC236}">
                    <a16:creationId xmlns:a16="http://schemas.microsoft.com/office/drawing/2014/main" id="{4810E0A9-FC1E-8224-BF04-4F2CE07AD9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7385" y="3281504"/>
                <a:ext cx="1970638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BCA8B1FC-C91B-BBC9-C2A2-2801FC7E1BC8}"/>
              </a:ext>
            </a:extLst>
          </p:cNvPr>
          <p:cNvCxnSpPr>
            <a:cxnSpLocks/>
            <a:endCxn id="40" idx="0"/>
          </p:cNvCxnSpPr>
          <p:nvPr/>
        </p:nvCxnSpPr>
        <p:spPr>
          <a:xfrm>
            <a:off x="4172302" y="3881115"/>
            <a:ext cx="6857" cy="127451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文本框 103">
            <a:extLst>
              <a:ext uri="{FF2B5EF4-FFF2-40B4-BE49-F238E27FC236}">
                <a16:creationId xmlns:a16="http://schemas.microsoft.com/office/drawing/2014/main" id="{F42F1A69-7106-433D-AECB-1619273E41D5}"/>
              </a:ext>
            </a:extLst>
          </p:cNvPr>
          <p:cNvSpPr txBox="1"/>
          <p:nvPr/>
        </p:nvSpPr>
        <p:spPr>
          <a:xfrm>
            <a:off x="4172302" y="3855507"/>
            <a:ext cx="5238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Yes</a:t>
            </a:r>
            <a:endParaRPr lang="zh-CN" altLang="en-US" sz="1600" dirty="0"/>
          </a:p>
        </p:txBody>
      </p:sp>
      <p:sp>
        <p:nvSpPr>
          <p:cNvPr id="112" name="流程图: 决策 111">
            <a:extLst>
              <a:ext uri="{FF2B5EF4-FFF2-40B4-BE49-F238E27FC236}">
                <a16:creationId xmlns:a16="http://schemas.microsoft.com/office/drawing/2014/main" id="{55CE5279-389E-FA37-5D82-4D54557575EC}"/>
              </a:ext>
            </a:extLst>
          </p:cNvPr>
          <p:cNvSpPr/>
          <p:nvPr/>
        </p:nvSpPr>
        <p:spPr>
          <a:xfrm>
            <a:off x="5848350" y="3922448"/>
            <a:ext cx="2563278" cy="830383"/>
          </a:xfrm>
          <a:prstGeom prst="flowChartDecision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文本框 112">
                <a:extLst>
                  <a:ext uri="{FF2B5EF4-FFF2-40B4-BE49-F238E27FC236}">
                    <a16:creationId xmlns:a16="http://schemas.microsoft.com/office/drawing/2014/main" id="{AF6D8EED-780E-258C-CB2B-69FB031E3C32}"/>
                  </a:ext>
                </a:extLst>
              </p:cNvPr>
              <p:cNvSpPr txBox="1"/>
              <p:nvPr/>
            </p:nvSpPr>
            <p:spPr>
              <a:xfrm>
                <a:off x="6206952" y="4042914"/>
                <a:ext cx="197063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1600" dirty="0"/>
                        <m:t>NormalAngle</m:t>
                      </m:r>
                    </m:oMath>
                  </m:oMathPara>
                </a14:m>
                <a:endParaRPr lang="en-US" altLang="zh-CN" sz="16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600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52.61°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13" name="文本框 112">
                <a:extLst>
                  <a:ext uri="{FF2B5EF4-FFF2-40B4-BE49-F238E27FC236}">
                    <a16:creationId xmlns:a16="http://schemas.microsoft.com/office/drawing/2014/main" id="{AF6D8EED-780E-258C-CB2B-69FB031E3C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6952" y="4042914"/>
                <a:ext cx="1970638" cy="584775"/>
              </a:xfrm>
              <a:prstGeom prst="rect">
                <a:avLst/>
              </a:prstGeom>
              <a:blipFill>
                <a:blip r:embed="rId4"/>
                <a:stretch>
                  <a:fillRect b="-42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6" name="直接箭头连接符 115">
            <a:extLst>
              <a:ext uri="{FF2B5EF4-FFF2-40B4-BE49-F238E27FC236}">
                <a16:creationId xmlns:a16="http://schemas.microsoft.com/office/drawing/2014/main" id="{2D6EE78C-2698-B6D7-0798-3E2FFD7073F9}"/>
              </a:ext>
            </a:extLst>
          </p:cNvPr>
          <p:cNvCxnSpPr>
            <a:cxnSpLocks/>
          </p:cNvCxnSpPr>
          <p:nvPr/>
        </p:nvCxnSpPr>
        <p:spPr>
          <a:xfrm>
            <a:off x="7129989" y="4752036"/>
            <a:ext cx="6857" cy="38655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文本框 116">
            <a:extLst>
              <a:ext uri="{FF2B5EF4-FFF2-40B4-BE49-F238E27FC236}">
                <a16:creationId xmlns:a16="http://schemas.microsoft.com/office/drawing/2014/main" id="{337290A8-13B1-6418-3CAE-29FD6D176EC5}"/>
              </a:ext>
            </a:extLst>
          </p:cNvPr>
          <p:cNvSpPr txBox="1"/>
          <p:nvPr/>
        </p:nvSpPr>
        <p:spPr>
          <a:xfrm>
            <a:off x="7129989" y="4726427"/>
            <a:ext cx="5238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Yes</a:t>
            </a:r>
            <a:endParaRPr lang="zh-CN" altLang="en-US" sz="1600" dirty="0"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72027101-463A-50B6-8BFE-4F9AA719B388}"/>
              </a:ext>
            </a:extLst>
          </p:cNvPr>
          <p:cNvSpPr/>
          <p:nvPr/>
        </p:nvSpPr>
        <p:spPr>
          <a:xfrm>
            <a:off x="3401598" y="844066"/>
            <a:ext cx="1524386" cy="566456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dirty="0"/>
              <a:t>START</a:t>
            </a:r>
            <a:endParaRPr lang="zh-CN" altLang="en-US" sz="2400" dirty="0"/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6434A330-1F57-4C5F-EFA7-9A6531180780}"/>
              </a:ext>
            </a:extLst>
          </p:cNvPr>
          <p:cNvCxnSpPr>
            <a:cxnSpLocks/>
          </p:cNvCxnSpPr>
          <p:nvPr/>
        </p:nvCxnSpPr>
        <p:spPr>
          <a:xfrm>
            <a:off x="7121479" y="3458189"/>
            <a:ext cx="3428" cy="4595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7201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9F88640-9876-3DBF-EE5F-7084338ED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图片包含 背景图案&#10;&#10;AI 生成的内容可能不正确。">
            <a:extLst>
              <a:ext uri="{FF2B5EF4-FFF2-40B4-BE49-F238E27FC236}">
                <a16:creationId xmlns:a16="http://schemas.microsoft.com/office/drawing/2014/main" id="{8A32D44F-FB4E-6E34-4F23-24D84EAB32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1" y="1"/>
            <a:ext cx="4197865" cy="4843689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0D47A8A-A217-2805-3D46-EFE5B9CDA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4ACF1-8115-4F2A-BC52-125D9799F304}" type="slidenum">
              <a:rPr lang="zh-CN" altLang="en-US" smtClean="0"/>
              <a:t>5</a:t>
            </a:fld>
            <a:endParaRPr lang="zh-CN" altLang="en-US"/>
          </a:p>
        </p:txBody>
      </p:sp>
      <p:pic>
        <p:nvPicPr>
          <p:cNvPr id="3" name="图片 2" descr="卡通人物&#10;&#10;AI 生成的内容可能不正确。">
            <a:extLst>
              <a:ext uri="{FF2B5EF4-FFF2-40B4-BE49-F238E27FC236}">
                <a16:creationId xmlns:a16="http://schemas.microsoft.com/office/drawing/2014/main" id="{B60B67AA-F8CD-46DE-4FE6-D3DE188C2E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6922"/>
                    </a14:imgEffect>
                    <a14:imgEffect>
                      <a14:saturation sat="117000"/>
                    </a14:imgEffect>
                    <a14:imgEffect>
                      <a14:brightnessContrast bright="12000" contrast="32000"/>
                    </a14:imgEffect>
                  </a14:imgLayer>
                </a14:imgProps>
              </a:ext>
            </a:extLst>
          </a:blip>
          <a:srcRect l="18802" r="26133" b="41022"/>
          <a:stretch>
            <a:fillRect/>
          </a:stretch>
        </p:blipFill>
        <p:spPr>
          <a:xfrm>
            <a:off x="1758779" y="1054296"/>
            <a:ext cx="2902856" cy="3109121"/>
          </a:xfrm>
          <a:prstGeom prst="rect">
            <a:avLst/>
          </a:prstGeom>
        </p:spPr>
      </p:pic>
      <p:pic>
        <p:nvPicPr>
          <p:cNvPr id="4" name="图片 3" descr="图片包含 饼图&#10;&#10;AI 生成的内容可能不正确。">
            <a:extLst>
              <a:ext uri="{FF2B5EF4-FFF2-40B4-BE49-F238E27FC236}">
                <a16:creationId xmlns:a16="http://schemas.microsoft.com/office/drawing/2014/main" id="{64F94DDC-D53E-B606-F214-34E073D8F1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0" t="4553" r="5926" b="6153"/>
          <a:stretch>
            <a:fillRect/>
          </a:stretch>
        </p:blipFill>
        <p:spPr>
          <a:xfrm>
            <a:off x="4044062" y="183651"/>
            <a:ext cx="1487724" cy="1521576"/>
          </a:xfrm>
          <a:prstGeom prst="ellipse">
            <a:avLst/>
          </a:prstGeom>
          <a:ln w="41275">
            <a:solidFill>
              <a:schemeClr val="accent2">
                <a:lumMod val="75000"/>
              </a:schemeClr>
            </a:solidFill>
          </a:ln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ECEB48D-EFD4-0505-0CED-14F31B21E13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7075" y="670668"/>
            <a:ext cx="342821" cy="18179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79DBF69-4780-0334-09EA-B6A2996CCF3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0569" y="776599"/>
            <a:ext cx="342821" cy="181795"/>
          </a:xfrm>
          <a:prstGeom prst="rect">
            <a:avLst/>
          </a:prstGeom>
        </p:spPr>
      </p:pic>
      <p:pic>
        <p:nvPicPr>
          <p:cNvPr id="7" name="图片 6" descr="卡通人物&#10;&#10;AI 生成的内容可能不正确。">
            <a:extLst>
              <a:ext uri="{FF2B5EF4-FFF2-40B4-BE49-F238E27FC236}">
                <a16:creationId xmlns:a16="http://schemas.microsoft.com/office/drawing/2014/main" id="{A8B74AC9-F209-279F-F7D2-AA67CE58C8B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6024" y="1757092"/>
            <a:ext cx="1439972" cy="1471736"/>
          </a:xfrm>
          <a:prstGeom prst="ellipse">
            <a:avLst/>
          </a:prstGeom>
          <a:ln w="41275">
            <a:solidFill>
              <a:schemeClr val="accent2">
                <a:lumMod val="75000"/>
              </a:schemeClr>
            </a:solidFill>
          </a:ln>
        </p:spPr>
      </p:pic>
      <p:pic>
        <p:nvPicPr>
          <p:cNvPr id="8" name="图片 7" descr="图标&#10;&#10;AI 生成的内容可能不正确。">
            <a:extLst>
              <a:ext uri="{FF2B5EF4-FFF2-40B4-BE49-F238E27FC236}">
                <a16:creationId xmlns:a16="http://schemas.microsoft.com/office/drawing/2014/main" id="{32E055D8-2849-4034-810E-5478831C8A9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3" t="5452"/>
          <a:stretch>
            <a:fillRect/>
          </a:stretch>
        </p:blipFill>
        <p:spPr>
          <a:xfrm>
            <a:off x="3727309" y="3154928"/>
            <a:ext cx="1412306" cy="1365034"/>
          </a:xfrm>
          <a:prstGeom prst="ellipse">
            <a:avLst/>
          </a:prstGeom>
          <a:ln w="41275">
            <a:solidFill>
              <a:schemeClr val="accent2">
                <a:lumMod val="75000"/>
              </a:schemeClr>
            </a:solidFill>
          </a:ln>
        </p:spPr>
      </p:pic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BBD466CD-EF94-351C-83C4-66F360666DC8}"/>
              </a:ext>
            </a:extLst>
          </p:cNvPr>
          <p:cNvCxnSpPr>
            <a:cxnSpLocks/>
          </p:cNvCxnSpPr>
          <p:nvPr/>
        </p:nvCxnSpPr>
        <p:spPr>
          <a:xfrm>
            <a:off x="3830876" y="2802674"/>
            <a:ext cx="224572" cy="415747"/>
          </a:xfrm>
          <a:prstGeom prst="line">
            <a:avLst/>
          </a:prstGeom>
          <a:ln w="412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DE99D988-6038-6240-3AA0-A69269A6B27E}"/>
              </a:ext>
            </a:extLst>
          </p:cNvPr>
          <p:cNvCxnSpPr>
            <a:cxnSpLocks/>
          </p:cNvCxnSpPr>
          <p:nvPr/>
        </p:nvCxnSpPr>
        <p:spPr>
          <a:xfrm>
            <a:off x="4061140" y="2455376"/>
            <a:ext cx="552683" cy="18792"/>
          </a:xfrm>
          <a:prstGeom prst="line">
            <a:avLst/>
          </a:prstGeom>
          <a:ln w="412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2BE2B156-552D-0D11-D8B8-7C5C4B8FF9E6}"/>
              </a:ext>
            </a:extLst>
          </p:cNvPr>
          <p:cNvCxnSpPr>
            <a:cxnSpLocks/>
          </p:cNvCxnSpPr>
          <p:nvPr/>
        </p:nvCxnSpPr>
        <p:spPr>
          <a:xfrm flipH="1">
            <a:off x="3830877" y="1376696"/>
            <a:ext cx="313859" cy="306902"/>
          </a:xfrm>
          <a:prstGeom prst="line">
            <a:avLst/>
          </a:prstGeom>
          <a:ln w="412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88675E0F-0EEC-F532-6D3D-DF12C487DE43}"/>
              </a:ext>
            </a:extLst>
          </p:cNvPr>
          <p:cNvSpPr txBox="1"/>
          <p:nvPr/>
        </p:nvSpPr>
        <p:spPr>
          <a:xfrm>
            <a:off x="4294038" y="1116396"/>
            <a:ext cx="9877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600" b="1" dirty="0"/>
              <a:t>Ischemic</a:t>
            </a:r>
          </a:p>
          <a:p>
            <a:pPr algn="ctr"/>
            <a:r>
              <a:rPr kumimoji="1" lang="en-US" altLang="zh-CN" sz="1600" b="1" dirty="0"/>
              <a:t>Stroke</a:t>
            </a:r>
            <a:endParaRPr kumimoji="1" lang="zh-CN" altLang="en-US" sz="1600" b="1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947B47C-D987-6F64-5B31-C63783D7AACB}"/>
              </a:ext>
            </a:extLst>
          </p:cNvPr>
          <p:cNvSpPr txBox="1"/>
          <p:nvPr/>
        </p:nvSpPr>
        <p:spPr>
          <a:xfrm>
            <a:off x="4664650" y="2644054"/>
            <a:ext cx="14013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600" b="1" dirty="0"/>
              <a:t>Hemorrhagic</a:t>
            </a:r>
          </a:p>
          <a:p>
            <a:pPr algn="ctr"/>
            <a:r>
              <a:rPr kumimoji="1" lang="en-US" altLang="zh-CN" sz="1600" b="1" dirty="0"/>
              <a:t>Stroke</a:t>
            </a:r>
            <a:endParaRPr kumimoji="1" lang="zh-CN" altLang="en-US" sz="1600" b="1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02A6D06-9D11-F51D-36C5-A8CDE08E8FC5}"/>
              </a:ext>
            </a:extLst>
          </p:cNvPr>
          <p:cNvSpPr txBox="1"/>
          <p:nvPr/>
        </p:nvSpPr>
        <p:spPr>
          <a:xfrm>
            <a:off x="3855340" y="4087736"/>
            <a:ext cx="11285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600" b="1" dirty="0"/>
              <a:t>Aneurysm</a:t>
            </a:r>
            <a:endParaRPr kumimoji="1" lang="zh-CN" altLang="en-US" sz="1600" b="1" dirty="0"/>
          </a:p>
        </p:txBody>
      </p:sp>
      <p:pic>
        <p:nvPicPr>
          <p:cNvPr id="15" name="图片 14" descr="木桌子上&#10;&#10;AI 生成的内容可能不正确。">
            <a:extLst>
              <a:ext uri="{FF2B5EF4-FFF2-40B4-BE49-F238E27FC236}">
                <a16:creationId xmlns:a16="http://schemas.microsoft.com/office/drawing/2014/main" id="{F200A555-1E2F-C65B-374D-D4FA9BFF9D0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5279" y="706097"/>
            <a:ext cx="246021" cy="176631"/>
          </a:xfrm>
          <a:prstGeom prst="rect">
            <a:avLst/>
          </a:prstGeom>
        </p:spPr>
      </p:pic>
      <p:pic>
        <p:nvPicPr>
          <p:cNvPr id="16" name="图片 15" descr="徽标&#10;&#10;AI 生成的内容可能不正确。">
            <a:extLst>
              <a:ext uri="{FF2B5EF4-FFF2-40B4-BE49-F238E27FC236}">
                <a16:creationId xmlns:a16="http://schemas.microsoft.com/office/drawing/2014/main" id="{EE87A1D6-4CA2-1E20-D872-B6EABC1ED54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95" r="66085"/>
          <a:stretch>
            <a:fillRect/>
          </a:stretch>
        </p:blipFill>
        <p:spPr>
          <a:xfrm>
            <a:off x="7660412" y="987073"/>
            <a:ext cx="1109703" cy="1059693"/>
          </a:xfrm>
          <a:prstGeom prst="rect">
            <a:avLst/>
          </a:prstGeom>
        </p:spPr>
      </p:pic>
      <p:pic>
        <p:nvPicPr>
          <p:cNvPr id="18" name="图片 17" descr="徽标&#10;&#10;AI 生成的内容可能不正确。">
            <a:extLst>
              <a:ext uri="{FF2B5EF4-FFF2-40B4-BE49-F238E27FC236}">
                <a16:creationId xmlns:a16="http://schemas.microsoft.com/office/drawing/2014/main" id="{40170C39-B056-9F38-B2C6-A9E1D75D958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957" t="1997" r="-872"/>
          <a:stretch>
            <a:fillRect/>
          </a:stretch>
        </p:blipFill>
        <p:spPr>
          <a:xfrm>
            <a:off x="9148564" y="987073"/>
            <a:ext cx="1109703" cy="1059693"/>
          </a:xfrm>
          <a:prstGeom prst="rect">
            <a:avLst/>
          </a:prstGeom>
        </p:spPr>
      </p:pic>
      <p:sp>
        <p:nvSpPr>
          <p:cNvPr id="19" name="右箭头 18">
            <a:extLst>
              <a:ext uri="{FF2B5EF4-FFF2-40B4-BE49-F238E27FC236}">
                <a16:creationId xmlns:a16="http://schemas.microsoft.com/office/drawing/2014/main" id="{84968515-C916-A23F-D466-0CE370D4D27C}"/>
              </a:ext>
            </a:extLst>
          </p:cNvPr>
          <p:cNvSpPr/>
          <p:nvPr/>
        </p:nvSpPr>
        <p:spPr>
          <a:xfrm>
            <a:off x="8770115" y="1392156"/>
            <a:ext cx="296829" cy="249522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0" name="图片 19" descr="图片包含 图示&#10;&#10;AI 生成的内容可能不正确。">
            <a:extLst>
              <a:ext uri="{FF2B5EF4-FFF2-40B4-BE49-F238E27FC236}">
                <a16:creationId xmlns:a16="http://schemas.microsoft.com/office/drawing/2014/main" id="{74B55BDE-4F76-1DFF-D2AD-F5361068374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65" b="50000"/>
          <a:stretch>
            <a:fillRect/>
          </a:stretch>
        </p:blipFill>
        <p:spPr>
          <a:xfrm>
            <a:off x="7679183" y="2213109"/>
            <a:ext cx="1293829" cy="1176383"/>
          </a:xfrm>
          <a:prstGeom prst="rect">
            <a:avLst/>
          </a:prstGeom>
        </p:spPr>
      </p:pic>
      <p:pic>
        <p:nvPicPr>
          <p:cNvPr id="21" name="图片 20" descr="图片包含 图示&#10;&#10;AI 生成的内容可能不正确。">
            <a:extLst>
              <a:ext uri="{FF2B5EF4-FFF2-40B4-BE49-F238E27FC236}">
                <a16:creationId xmlns:a16="http://schemas.microsoft.com/office/drawing/2014/main" id="{9B7969DF-51CB-17A5-9D55-1163227130B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4" t="52697" r="621" b="1345"/>
          <a:stretch>
            <a:fillRect/>
          </a:stretch>
        </p:blipFill>
        <p:spPr>
          <a:xfrm>
            <a:off x="9062103" y="2273921"/>
            <a:ext cx="1320166" cy="110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967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88213BC-7573-2A4A-F4F5-409577F5C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4ACF1-8115-4F2A-BC52-125D9799F304}" type="slidenum">
              <a:rPr lang="zh-CN" altLang="en-US" smtClean="0"/>
              <a:t>6</a:t>
            </a:fld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94A0967-30FF-5D6C-A90B-7AFFD7AF25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8444"/>
          <a:stretch/>
        </p:blipFill>
        <p:spPr>
          <a:xfrm>
            <a:off x="1893114" y="488169"/>
            <a:ext cx="1574430" cy="294978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A37E4EA-9139-F230-45DF-7ABE8F47E1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586" t="67" r="2858" b="-67"/>
          <a:stretch/>
        </p:blipFill>
        <p:spPr>
          <a:xfrm>
            <a:off x="3713452" y="488168"/>
            <a:ext cx="1569652" cy="294083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D1CA150-F89D-7C52-CF90-2EF79A83C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5882" y="488168"/>
            <a:ext cx="1662023" cy="2940833"/>
          </a:xfrm>
          <a:prstGeom prst="rect">
            <a:avLst/>
          </a:prstGeom>
        </p:spPr>
      </p:pic>
      <p:sp>
        <p:nvSpPr>
          <p:cNvPr id="6" name="箭头: 右 22">
            <a:extLst>
              <a:ext uri="{FF2B5EF4-FFF2-40B4-BE49-F238E27FC236}">
                <a16:creationId xmlns:a16="http://schemas.microsoft.com/office/drawing/2014/main" id="{5DA868B9-231F-8752-DAAA-C849AB7BB2B4}"/>
              </a:ext>
            </a:extLst>
          </p:cNvPr>
          <p:cNvSpPr/>
          <p:nvPr/>
        </p:nvSpPr>
        <p:spPr>
          <a:xfrm>
            <a:off x="3396859" y="1780330"/>
            <a:ext cx="429816" cy="356507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7" name="箭头: 右 23">
            <a:extLst>
              <a:ext uri="{FF2B5EF4-FFF2-40B4-BE49-F238E27FC236}">
                <a16:creationId xmlns:a16="http://schemas.microsoft.com/office/drawing/2014/main" id="{B836326F-D3B3-1058-468F-2F24AD67F36B}"/>
              </a:ext>
            </a:extLst>
          </p:cNvPr>
          <p:cNvSpPr/>
          <p:nvPr/>
        </p:nvSpPr>
        <p:spPr>
          <a:xfrm>
            <a:off x="5215187" y="1823559"/>
            <a:ext cx="429816" cy="356507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箭头: 下 30">
            <a:extLst>
              <a:ext uri="{FF2B5EF4-FFF2-40B4-BE49-F238E27FC236}">
                <a16:creationId xmlns:a16="http://schemas.microsoft.com/office/drawing/2014/main" id="{3B3ED0E3-2C9D-4BB0-0225-E4F64AC7BE61}"/>
              </a:ext>
            </a:extLst>
          </p:cNvPr>
          <p:cNvSpPr/>
          <p:nvPr/>
        </p:nvSpPr>
        <p:spPr>
          <a:xfrm rot="11539333">
            <a:off x="2640929" y="2980677"/>
            <a:ext cx="176213" cy="346249"/>
          </a:xfrm>
          <a:prstGeom prst="downArrow">
            <a:avLst>
              <a:gd name="adj1" fmla="val 50000"/>
              <a:gd name="adj2" fmla="val 104324"/>
            </a:avLst>
          </a:prstGeom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箭头: 下 30">
            <a:extLst>
              <a:ext uri="{FF2B5EF4-FFF2-40B4-BE49-F238E27FC236}">
                <a16:creationId xmlns:a16="http://schemas.microsoft.com/office/drawing/2014/main" id="{DB2015B2-7BBC-8F24-2A27-A5F74A98A15C}"/>
              </a:ext>
            </a:extLst>
          </p:cNvPr>
          <p:cNvSpPr/>
          <p:nvPr/>
        </p:nvSpPr>
        <p:spPr>
          <a:xfrm rot="11539333">
            <a:off x="4545535" y="2980677"/>
            <a:ext cx="176213" cy="346249"/>
          </a:xfrm>
          <a:prstGeom prst="downArrow">
            <a:avLst>
              <a:gd name="adj1" fmla="val 50000"/>
              <a:gd name="adj2" fmla="val 104324"/>
            </a:avLst>
          </a:prstGeom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箭头: 下 30">
            <a:extLst>
              <a:ext uri="{FF2B5EF4-FFF2-40B4-BE49-F238E27FC236}">
                <a16:creationId xmlns:a16="http://schemas.microsoft.com/office/drawing/2014/main" id="{73F3E3BB-F4CB-56BC-E1E5-DE8A2E154FFD}"/>
              </a:ext>
            </a:extLst>
          </p:cNvPr>
          <p:cNvSpPr/>
          <p:nvPr/>
        </p:nvSpPr>
        <p:spPr>
          <a:xfrm rot="11539333">
            <a:off x="6319770" y="2980678"/>
            <a:ext cx="176213" cy="346249"/>
          </a:xfrm>
          <a:prstGeom prst="downArrow">
            <a:avLst>
              <a:gd name="adj1" fmla="val 50000"/>
              <a:gd name="adj2" fmla="val 104324"/>
            </a:avLst>
          </a:prstGeom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10CB663E-4725-78E8-9E99-6A53E93C75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0250" y="3497305"/>
            <a:ext cx="1459307" cy="246561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C768F79F-CCA8-4B24-F5DA-65C0C93F69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0250" y="4955991"/>
            <a:ext cx="1006929" cy="1006929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7FDFB748-D748-5716-B84E-20BFF5241E3C}"/>
              </a:ext>
            </a:extLst>
          </p:cNvPr>
          <p:cNvSpPr txBox="1"/>
          <p:nvPr/>
        </p:nvSpPr>
        <p:spPr>
          <a:xfrm>
            <a:off x="2197078" y="4730112"/>
            <a:ext cx="58782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0" b="1">
                <a:solidFill>
                  <a:srgbClr val="FF0000"/>
                </a:solidFill>
              </a:rPr>
              <a:t>INLET</a:t>
            </a:r>
            <a:endParaRPr lang="zh-CN" altLang="en-US" sz="1350" b="1">
              <a:solidFill>
                <a:srgbClr val="FF0000"/>
              </a:solidFill>
            </a:endParaRPr>
          </a:p>
        </p:txBody>
      </p:sp>
      <p:sp>
        <p:nvSpPr>
          <p:cNvPr id="14" name="箭头: 下 30">
            <a:extLst>
              <a:ext uri="{FF2B5EF4-FFF2-40B4-BE49-F238E27FC236}">
                <a16:creationId xmlns:a16="http://schemas.microsoft.com/office/drawing/2014/main" id="{6B2DB1FB-3322-1747-0E60-C951C02BF7DC}"/>
              </a:ext>
            </a:extLst>
          </p:cNvPr>
          <p:cNvSpPr/>
          <p:nvPr/>
        </p:nvSpPr>
        <p:spPr>
          <a:xfrm rot="11539333">
            <a:off x="2925660" y="5530212"/>
            <a:ext cx="176213" cy="346249"/>
          </a:xfrm>
          <a:prstGeom prst="downArrow">
            <a:avLst>
              <a:gd name="adj1" fmla="val 50000"/>
              <a:gd name="adj2" fmla="val 104324"/>
            </a:avLst>
          </a:prstGeom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ADCA93A9-AC8E-0AFE-C4D5-85C3B0FE3F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1801" y="760768"/>
            <a:ext cx="1404440" cy="2752136"/>
          </a:xfrm>
          <a:prstGeom prst="rect">
            <a:avLst/>
          </a:prstGeom>
        </p:spPr>
      </p:pic>
      <p:sp>
        <p:nvSpPr>
          <p:cNvPr id="16" name="箭头: 下 48">
            <a:extLst>
              <a:ext uri="{FF2B5EF4-FFF2-40B4-BE49-F238E27FC236}">
                <a16:creationId xmlns:a16="http://schemas.microsoft.com/office/drawing/2014/main" id="{6C6200C7-13E0-EE4C-C6D6-C1DC115B22FB}"/>
              </a:ext>
            </a:extLst>
          </p:cNvPr>
          <p:cNvSpPr/>
          <p:nvPr/>
        </p:nvSpPr>
        <p:spPr>
          <a:xfrm rot="12995946">
            <a:off x="8257088" y="3045429"/>
            <a:ext cx="176213" cy="346249"/>
          </a:xfrm>
          <a:prstGeom prst="downArrow">
            <a:avLst>
              <a:gd name="adj1" fmla="val 50000"/>
              <a:gd name="adj2" fmla="val 104324"/>
            </a:avLst>
          </a:prstGeom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  <p:extLst>
      <p:ext uri="{BB962C8B-B14F-4D97-AF65-F5344CB8AC3E}">
        <p14:creationId xmlns:p14="http://schemas.microsoft.com/office/powerpoint/2010/main" val="2435914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EC06D9A-73F4-B514-5AC7-EE609F9FD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4ACF1-8115-4F2A-BC52-125D9799F304}" type="slidenum">
              <a:rPr lang="zh-CN" altLang="en-US" smtClean="0"/>
              <a:t>7</a:t>
            </a:fld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74832E5-906E-C137-08FD-1DC9CF86A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7539" y="323476"/>
            <a:ext cx="2057400" cy="4031674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DF2E6996-DF46-D737-A79B-36B48F09F173}"/>
              </a:ext>
            </a:extLst>
          </p:cNvPr>
          <p:cNvSpPr/>
          <p:nvPr/>
        </p:nvSpPr>
        <p:spPr>
          <a:xfrm>
            <a:off x="2530996" y="1958714"/>
            <a:ext cx="628650" cy="68580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C9AAF82-3832-E853-DC50-6BCB9EEA6C95}"/>
              </a:ext>
            </a:extLst>
          </p:cNvPr>
          <p:cNvSpPr/>
          <p:nvPr/>
        </p:nvSpPr>
        <p:spPr>
          <a:xfrm>
            <a:off x="2495279" y="1599147"/>
            <a:ext cx="288131" cy="239335"/>
          </a:xfrm>
          <a:prstGeom prst="rect">
            <a:avLst/>
          </a:prstGeom>
          <a:noFill/>
          <a:ln w="3810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86CA56A-5319-F76F-3213-B0557BF9A3D0}"/>
              </a:ext>
            </a:extLst>
          </p:cNvPr>
          <p:cNvSpPr/>
          <p:nvPr/>
        </p:nvSpPr>
        <p:spPr>
          <a:xfrm>
            <a:off x="2682174" y="1251484"/>
            <a:ext cx="288131" cy="239335"/>
          </a:xfrm>
          <a:prstGeom prst="rect">
            <a:avLst/>
          </a:prstGeom>
          <a:noFill/>
          <a:ln w="3810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305B078-EB7D-DEB4-8890-379122B03AC6}"/>
              </a:ext>
            </a:extLst>
          </p:cNvPr>
          <p:cNvSpPr txBox="1"/>
          <p:nvPr/>
        </p:nvSpPr>
        <p:spPr>
          <a:xfrm>
            <a:off x="2805287" y="1522605"/>
            <a:ext cx="33374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100" b="1">
                <a:solidFill>
                  <a:srgbClr val="FFFF00"/>
                </a:solidFill>
              </a:rPr>
              <a:t>1</a:t>
            </a:r>
            <a:endParaRPr lang="zh-CN" altLang="en-US" sz="2100" b="1">
              <a:solidFill>
                <a:srgbClr val="FFFF00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9C71AA8-41B3-7507-A273-EB7AF5881F9D}"/>
              </a:ext>
            </a:extLst>
          </p:cNvPr>
          <p:cNvSpPr txBox="1"/>
          <p:nvPr/>
        </p:nvSpPr>
        <p:spPr>
          <a:xfrm>
            <a:off x="2993159" y="1154947"/>
            <a:ext cx="33374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100" b="1">
                <a:solidFill>
                  <a:srgbClr val="FFFF00"/>
                </a:solidFill>
              </a:rPr>
              <a:t>2</a:t>
            </a:r>
            <a:endParaRPr lang="zh-CN" altLang="en-US" sz="2100" b="1">
              <a:solidFill>
                <a:srgbClr val="FFFF00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DC1B9F8-06E5-FF90-9896-2D41CAB44292}"/>
              </a:ext>
            </a:extLst>
          </p:cNvPr>
          <p:cNvSpPr txBox="1"/>
          <p:nvPr/>
        </p:nvSpPr>
        <p:spPr>
          <a:xfrm>
            <a:off x="2728079" y="2644514"/>
            <a:ext cx="33374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100" b="1">
                <a:solidFill>
                  <a:srgbClr val="FF0000"/>
                </a:solidFill>
              </a:rPr>
              <a:t>3</a:t>
            </a:r>
            <a:endParaRPr lang="zh-CN" altLang="en-US" sz="2100" b="1">
              <a:solidFill>
                <a:srgbClr val="FF0000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06935BE-2324-72A5-D24E-9C842FD271C8}"/>
              </a:ext>
            </a:extLst>
          </p:cNvPr>
          <p:cNvSpPr txBox="1"/>
          <p:nvPr/>
        </p:nvSpPr>
        <p:spPr>
          <a:xfrm>
            <a:off x="5650999" y="622573"/>
            <a:ext cx="23025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b="1"/>
              <a:t>1</a:t>
            </a:r>
            <a:endParaRPr lang="zh-CN" altLang="en-US" sz="1500" b="1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2E01C91-58DB-C8C0-E0AA-B2451D5B21B9}"/>
              </a:ext>
            </a:extLst>
          </p:cNvPr>
          <p:cNvSpPr txBox="1"/>
          <p:nvPr/>
        </p:nvSpPr>
        <p:spPr>
          <a:xfrm>
            <a:off x="7017371" y="620355"/>
            <a:ext cx="29206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500" b="1"/>
              <a:t>2</a:t>
            </a:r>
            <a:endParaRPr lang="zh-CN" altLang="en-US" sz="1500" b="1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B96093B-1EE7-07F1-9814-62085B90FF38}"/>
              </a:ext>
            </a:extLst>
          </p:cNvPr>
          <p:cNvSpPr txBox="1"/>
          <p:nvPr/>
        </p:nvSpPr>
        <p:spPr>
          <a:xfrm>
            <a:off x="8446286" y="616171"/>
            <a:ext cx="29206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500" b="1"/>
              <a:t>3</a:t>
            </a:r>
            <a:endParaRPr lang="zh-CN" altLang="en-US" sz="1500" b="1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40465DDE-0660-FCB9-E904-AFF3FF049B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28" t="917" r="73284" b="67107"/>
          <a:stretch/>
        </p:blipFill>
        <p:spPr>
          <a:xfrm>
            <a:off x="5179047" y="918815"/>
            <a:ext cx="1191695" cy="919667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8E8C997A-ECC5-5408-A058-DA54BA246E6E}"/>
              </a:ext>
            </a:extLst>
          </p:cNvPr>
          <p:cNvSpPr txBox="1"/>
          <p:nvPr/>
        </p:nvSpPr>
        <p:spPr>
          <a:xfrm>
            <a:off x="4587759" y="1294615"/>
            <a:ext cx="50687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500" b="1"/>
              <a:t>300</a:t>
            </a:r>
            <a:endParaRPr lang="zh-CN" altLang="en-US" sz="1500" b="1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B7F9DC1-2BF3-C3A7-365F-3E7A4E0D5FB7}"/>
              </a:ext>
            </a:extLst>
          </p:cNvPr>
          <p:cNvSpPr txBox="1"/>
          <p:nvPr/>
        </p:nvSpPr>
        <p:spPr>
          <a:xfrm>
            <a:off x="4583550" y="2301026"/>
            <a:ext cx="50687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500" b="1"/>
              <a:t>400</a:t>
            </a:r>
            <a:endParaRPr lang="zh-CN" altLang="en-US" sz="1500" b="1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F4A7B50-F89C-DDBC-6757-B0ED1DD840F0}"/>
              </a:ext>
            </a:extLst>
          </p:cNvPr>
          <p:cNvSpPr txBox="1"/>
          <p:nvPr/>
        </p:nvSpPr>
        <p:spPr>
          <a:xfrm>
            <a:off x="4583551" y="3377723"/>
            <a:ext cx="50687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500" b="1"/>
              <a:t>500</a:t>
            </a:r>
            <a:endParaRPr lang="zh-CN" altLang="en-US" sz="1500" b="1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05A8227-68BB-6598-3166-7B575058BBF3}"/>
              </a:ext>
            </a:extLst>
          </p:cNvPr>
          <p:cNvSpPr txBox="1"/>
          <p:nvPr/>
        </p:nvSpPr>
        <p:spPr>
          <a:xfrm>
            <a:off x="4583550" y="4435624"/>
            <a:ext cx="50687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500" b="1" dirty="0"/>
              <a:t>600</a:t>
            </a:r>
            <a:endParaRPr lang="zh-CN" altLang="en-US" sz="1500" b="1" dirty="0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A9C5762B-9AB0-BAF5-5BFF-2D275A52A2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28" t="917" r="73284" b="67107"/>
          <a:stretch/>
        </p:blipFill>
        <p:spPr>
          <a:xfrm>
            <a:off x="5179047" y="1992927"/>
            <a:ext cx="1191695" cy="919667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C32B3F58-87E6-EDAF-2E96-2E7E75A50B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28" t="917" r="73284" b="67107"/>
          <a:stretch/>
        </p:blipFill>
        <p:spPr>
          <a:xfrm>
            <a:off x="5179047" y="3067040"/>
            <a:ext cx="1191695" cy="919667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B7E6A90D-D832-DA0B-0FE9-51CFD1EC21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28" t="917" r="73284" b="67107"/>
          <a:stretch/>
        </p:blipFill>
        <p:spPr>
          <a:xfrm>
            <a:off x="5179047" y="4137374"/>
            <a:ext cx="1191695" cy="919667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DAFD9192-ADCE-25D0-0CC7-0293F9A2BFE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962" t="292" r="63070" b="55598"/>
          <a:stretch/>
        </p:blipFill>
        <p:spPr>
          <a:xfrm>
            <a:off x="6561171" y="913236"/>
            <a:ext cx="1239170" cy="925244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D8497E7A-4549-E0EF-7D19-97D1C1BD350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962" t="292" r="63070" b="55598"/>
          <a:stretch/>
        </p:blipFill>
        <p:spPr>
          <a:xfrm>
            <a:off x="6561171" y="1992927"/>
            <a:ext cx="1239170" cy="915827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7405E131-7A24-E556-39A9-85702DF39E1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962" t="292" r="63070" b="55598"/>
          <a:stretch/>
        </p:blipFill>
        <p:spPr>
          <a:xfrm>
            <a:off x="6561171" y="3070880"/>
            <a:ext cx="1239170" cy="915827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056A455E-7C37-B02D-0FCD-ECB7A5D284B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962" t="292" r="63070" b="55598"/>
          <a:stretch/>
        </p:blipFill>
        <p:spPr>
          <a:xfrm>
            <a:off x="6561171" y="4132770"/>
            <a:ext cx="1239170" cy="924270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5C668347-88BE-F800-D9BA-105A24EEAE9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63851" b="52366"/>
          <a:stretch/>
        </p:blipFill>
        <p:spPr>
          <a:xfrm>
            <a:off x="7990771" y="913236"/>
            <a:ext cx="1239170" cy="925244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57B418AB-1D81-9E8B-4EF4-9A5B1B0B0A1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63851" b="52366"/>
          <a:stretch/>
        </p:blipFill>
        <p:spPr>
          <a:xfrm>
            <a:off x="7990771" y="1992927"/>
            <a:ext cx="1239170" cy="915827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7A1BD123-82B7-13C9-6655-0F4F45054DA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63851" b="52366"/>
          <a:stretch/>
        </p:blipFill>
        <p:spPr>
          <a:xfrm>
            <a:off x="7990771" y="3070880"/>
            <a:ext cx="1239170" cy="915827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4F4F93A6-2687-872F-22E6-5EA6AD7EBDF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63851" b="52366"/>
          <a:stretch/>
        </p:blipFill>
        <p:spPr>
          <a:xfrm>
            <a:off x="7990771" y="4128549"/>
            <a:ext cx="1239170" cy="924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6205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4283F1D-DA7D-9076-5E3A-1D7566548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4ACF1-8115-4F2A-BC52-125D9799F304}" type="slidenum">
              <a:rPr lang="zh-CN" altLang="en-US" smtClean="0"/>
              <a:t>8</a:t>
            </a:fld>
            <a:endParaRPr lang="zh-CN" altLang="en-US"/>
          </a:p>
        </p:txBody>
      </p:sp>
      <p:pic>
        <p:nvPicPr>
          <p:cNvPr id="4" name="图片 3" descr="图示&#10;&#10;AI 生成的内容可能不正确。">
            <a:extLst>
              <a:ext uri="{FF2B5EF4-FFF2-40B4-BE49-F238E27FC236}">
                <a16:creationId xmlns:a16="http://schemas.microsoft.com/office/drawing/2014/main" id="{505AB66F-5278-45AB-33FE-C25B9ADC5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7264" y="1542415"/>
            <a:ext cx="8912272" cy="181038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9375A53-2F94-AFA9-8E51-56B2F42975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7413" y="1548417"/>
            <a:ext cx="1311478" cy="173770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CEF6DB5-2E15-FF97-8E98-EB16EA117F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6658" y="1938317"/>
            <a:ext cx="247685" cy="31593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50EAAE5E-8503-5A7F-8AB3-6676B86B78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7857426">
            <a:off x="6444949" y="2175476"/>
            <a:ext cx="95285" cy="12154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F818178E-2E96-EB97-53CE-B4F27E421F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6750" y="2358714"/>
            <a:ext cx="213375" cy="113232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469CD2AA-B056-DFF9-5857-632F514043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150" y="2415330"/>
            <a:ext cx="213375" cy="113232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E3D4F2BD-EEAD-5BF3-D1CD-AFE6FD6983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202348">
            <a:off x="6436257" y="2553490"/>
            <a:ext cx="264533" cy="215696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A004D731-A8B2-B51F-63D6-3E90C42ECA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3298273">
            <a:off x="6532076" y="2759650"/>
            <a:ext cx="264533" cy="215696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ACA16C9A-F924-6F03-175E-AE7F4295FE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4023531">
            <a:off x="6954240" y="2859189"/>
            <a:ext cx="45719" cy="20145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5C593CD6-BE6E-7202-2508-05BE3280D0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4023531">
            <a:off x="6791232" y="2925862"/>
            <a:ext cx="45719" cy="201450"/>
          </a:xfrm>
          <a:prstGeom prst="rect">
            <a:avLst/>
          </a:prstGeom>
        </p:spPr>
      </p:pic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0AA70F61-765F-9EC2-86C3-4381F31413DB}"/>
              </a:ext>
            </a:extLst>
          </p:cNvPr>
          <p:cNvSpPr/>
          <p:nvPr/>
        </p:nvSpPr>
        <p:spPr>
          <a:xfrm>
            <a:off x="6275327" y="1955006"/>
            <a:ext cx="165955" cy="338138"/>
          </a:xfrm>
          <a:custGeom>
            <a:avLst/>
            <a:gdLst>
              <a:gd name="connsiteX0" fmla="*/ 106424 w 165955"/>
              <a:gd name="connsiteY0" fmla="*/ 0 h 338138"/>
              <a:gd name="connsiteX1" fmla="*/ 11174 w 165955"/>
              <a:gd name="connsiteY1" fmla="*/ 109538 h 338138"/>
              <a:gd name="connsiteX2" fmla="*/ 11174 w 165955"/>
              <a:gd name="connsiteY2" fmla="*/ 214313 h 338138"/>
              <a:gd name="connsiteX3" fmla="*/ 94518 w 165955"/>
              <a:gd name="connsiteY3" fmla="*/ 307182 h 338138"/>
              <a:gd name="connsiteX4" fmla="*/ 165955 w 165955"/>
              <a:gd name="connsiteY4" fmla="*/ 338138 h 338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5955" h="338138">
                <a:moveTo>
                  <a:pt x="106424" y="0"/>
                </a:moveTo>
                <a:cubicBezTo>
                  <a:pt x="66736" y="36909"/>
                  <a:pt x="27049" y="73819"/>
                  <a:pt x="11174" y="109538"/>
                </a:cubicBezTo>
                <a:cubicBezTo>
                  <a:pt x="-4701" y="145257"/>
                  <a:pt x="-2717" y="181372"/>
                  <a:pt x="11174" y="214313"/>
                </a:cubicBezTo>
                <a:cubicBezTo>
                  <a:pt x="25065" y="247254"/>
                  <a:pt x="68721" y="286545"/>
                  <a:pt x="94518" y="307182"/>
                </a:cubicBezTo>
                <a:cubicBezTo>
                  <a:pt x="120315" y="327820"/>
                  <a:pt x="143135" y="332979"/>
                  <a:pt x="165955" y="338138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770838B1-1003-3448-F0E5-5C82DE086116}"/>
              </a:ext>
            </a:extLst>
          </p:cNvPr>
          <p:cNvSpPr/>
          <p:nvPr/>
        </p:nvSpPr>
        <p:spPr>
          <a:xfrm>
            <a:off x="6836570" y="2405063"/>
            <a:ext cx="230981" cy="342900"/>
          </a:xfrm>
          <a:custGeom>
            <a:avLst/>
            <a:gdLst>
              <a:gd name="connsiteX0" fmla="*/ 0 w 230981"/>
              <a:gd name="connsiteY0" fmla="*/ 0 h 342900"/>
              <a:gd name="connsiteX1" fmla="*/ 135731 w 230981"/>
              <a:gd name="connsiteY1" fmla="*/ 102393 h 342900"/>
              <a:gd name="connsiteX2" fmla="*/ 185737 w 230981"/>
              <a:gd name="connsiteY2" fmla="*/ 190500 h 342900"/>
              <a:gd name="connsiteX3" fmla="*/ 230981 w 230981"/>
              <a:gd name="connsiteY3" fmla="*/ 342900 h 34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981" h="342900">
                <a:moveTo>
                  <a:pt x="0" y="0"/>
                </a:moveTo>
                <a:cubicBezTo>
                  <a:pt x="52387" y="35321"/>
                  <a:pt x="104775" y="70643"/>
                  <a:pt x="135731" y="102393"/>
                </a:cubicBezTo>
                <a:cubicBezTo>
                  <a:pt x="166687" y="134143"/>
                  <a:pt x="169862" y="150416"/>
                  <a:pt x="185737" y="190500"/>
                </a:cubicBezTo>
                <a:cubicBezTo>
                  <a:pt x="201612" y="230585"/>
                  <a:pt x="216296" y="286742"/>
                  <a:pt x="230981" y="342900"/>
                </a:cubicBezTo>
              </a:path>
            </a:pathLst>
          </a:cu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224E4054-75DD-32F0-7A1F-E35E8C08B335}"/>
              </a:ext>
            </a:extLst>
          </p:cNvPr>
          <p:cNvSpPr/>
          <p:nvPr/>
        </p:nvSpPr>
        <p:spPr>
          <a:xfrm>
            <a:off x="6266555" y="2142427"/>
            <a:ext cx="45719" cy="4686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A634EC02-08E1-95DE-4D07-6D18FDF1C254}"/>
              </a:ext>
            </a:extLst>
          </p:cNvPr>
          <p:cNvSpPr/>
          <p:nvPr/>
        </p:nvSpPr>
        <p:spPr>
          <a:xfrm>
            <a:off x="6997598" y="2567730"/>
            <a:ext cx="45719" cy="4686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BC6147E6-3619-33CD-B396-4BC8BA34AB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69367" y="2609728"/>
            <a:ext cx="409233" cy="340424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8175F5E4-8566-6DF5-F349-4898AA5477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0979" y="2096091"/>
            <a:ext cx="409233" cy="340424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B9C0F160-A6A6-DBEF-FC5E-3022685A09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58058" y="1679848"/>
            <a:ext cx="409233" cy="340424"/>
          </a:xfrm>
          <a:prstGeom prst="rect">
            <a:avLst/>
          </a:prstGeom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0B108C4A-83EC-7FF2-408D-2792CB843B86}"/>
              </a:ext>
            </a:extLst>
          </p:cNvPr>
          <p:cNvSpPr txBox="1"/>
          <p:nvPr/>
        </p:nvSpPr>
        <p:spPr>
          <a:xfrm>
            <a:off x="7625884" y="1812851"/>
            <a:ext cx="18639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" dirty="0">
                <a:solidFill>
                  <a:schemeClr val="accent4">
                    <a:lumMod val="75000"/>
                  </a:schemeClr>
                </a:solidFill>
              </a:rPr>
              <a:t>B1 Fitted Circle</a:t>
            </a:r>
          </a:p>
          <a:p>
            <a:pPr algn="ctr"/>
            <a:r>
              <a:rPr lang="en-US" altLang="zh-CN" sz="800" dirty="0">
                <a:solidFill>
                  <a:schemeClr val="accent4">
                    <a:lumMod val="75000"/>
                  </a:schemeClr>
                </a:solidFill>
              </a:rPr>
              <a:t>(FC-B1)</a:t>
            </a:r>
            <a:endParaRPr lang="zh-CN" altLang="en-US" sz="8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41F8015F-59B9-72D1-15F6-67496F9DD33E}"/>
              </a:ext>
            </a:extLst>
          </p:cNvPr>
          <p:cNvSpPr txBox="1"/>
          <p:nvPr/>
        </p:nvSpPr>
        <p:spPr>
          <a:xfrm>
            <a:off x="6915760" y="2834816"/>
            <a:ext cx="18639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" dirty="0">
                <a:solidFill>
                  <a:srgbClr val="C00000"/>
                </a:solidFill>
              </a:rPr>
              <a:t>B1 Fitted Circle</a:t>
            </a:r>
          </a:p>
          <a:p>
            <a:pPr algn="ctr"/>
            <a:r>
              <a:rPr lang="en-US" altLang="zh-CN" sz="800" dirty="0">
                <a:solidFill>
                  <a:srgbClr val="C00000"/>
                </a:solidFill>
              </a:rPr>
              <a:t>(FC-B2)</a:t>
            </a:r>
            <a:endParaRPr lang="zh-CN" altLang="en-US" sz="800" dirty="0">
              <a:solidFill>
                <a:srgbClr val="C00000"/>
              </a:solidFill>
            </a:endParaRPr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6D4E2352-1148-A2EE-3E7B-A83F9376DB38}"/>
              </a:ext>
            </a:extLst>
          </p:cNvPr>
          <p:cNvCxnSpPr/>
          <p:nvPr/>
        </p:nvCxnSpPr>
        <p:spPr>
          <a:xfrm flipH="1">
            <a:off x="8186738" y="2020273"/>
            <a:ext cx="138112" cy="758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9B4C7F0D-8BE3-3731-B13A-BB4C2F1ADFF4}"/>
              </a:ext>
            </a:extLst>
          </p:cNvPr>
          <p:cNvCxnSpPr>
            <a:cxnSpLocks/>
            <a:stCxn id="33" idx="0"/>
          </p:cNvCxnSpPr>
          <p:nvPr/>
        </p:nvCxnSpPr>
        <p:spPr>
          <a:xfrm flipV="1">
            <a:off x="7847724" y="2759198"/>
            <a:ext cx="199454" cy="7561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FEE15C8B-3DAF-8689-23F9-8AD07843093B}"/>
              </a:ext>
            </a:extLst>
          </p:cNvPr>
          <p:cNvSpPr txBox="1"/>
          <p:nvPr/>
        </p:nvSpPr>
        <p:spPr>
          <a:xfrm>
            <a:off x="5509986" y="2542142"/>
            <a:ext cx="6603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solidFill>
                  <a:srgbClr val="00B0F0"/>
                </a:solidFill>
              </a:rPr>
              <a:t>Arc</a:t>
            </a:r>
            <a:endParaRPr lang="zh-CN" altLang="en-US" sz="1100" dirty="0">
              <a:solidFill>
                <a:srgbClr val="00B0F0"/>
              </a:solidFill>
            </a:endParaRPr>
          </a:p>
        </p:txBody>
      </p:sp>
      <p:pic>
        <p:nvPicPr>
          <p:cNvPr id="42" name="图片 41">
            <a:extLst>
              <a:ext uri="{FF2B5EF4-FFF2-40B4-BE49-F238E27FC236}">
                <a16:creationId xmlns:a16="http://schemas.microsoft.com/office/drawing/2014/main" id="{0D066868-3FBE-2A81-A160-6824C6FFEA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53018" y="2091011"/>
            <a:ext cx="420964" cy="365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1012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图片 31" descr="形状, 圆圈&#10;&#10;AI 生成的内容可能不正确。">
            <a:extLst>
              <a:ext uri="{FF2B5EF4-FFF2-40B4-BE49-F238E27FC236}">
                <a16:creationId xmlns:a16="http://schemas.microsoft.com/office/drawing/2014/main" id="{E483DF83-DFA6-7A44-1F31-512620823E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9076" y="3883976"/>
            <a:ext cx="1343797" cy="1957604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51B8138-7912-6832-85F9-F4DC53137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4ACF1-8115-4F2A-BC52-125D9799F304}" type="slidenum">
              <a:rPr lang="zh-CN" altLang="en-US" smtClean="0"/>
              <a:t>9</a:t>
            </a:fld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A895EA6-D408-8C74-868E-316C1D3C3A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9040" y="1487661"/>
            <a:ext cx="2066913" cy="4515612"/>
          </a:xfrm>
          <a:prstGeom prst="rect">
            <a:avLst/>
          </a:prstGeom>
        </p:spPr>
      </p:pic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B53EBC73-62DF-4D04-8239-F8C7EDC80800}"/>
              </a:ext>
            </a:extLst>
          </p:cNvPr>
          <p:cNvCxnSpPr>
            <a:cxnSpLocks/>
          </p:cNvCxnSpPr>
          <p:nvPr/>
        </p:nvCxnSpPr>
        <p:spPr>
          <a:xfrm>
            <a:off x="2895600" y="3270250"/>
            <a:ext cx="857250" cy="0"/>
          </a:xfrm>
          <a:prstGeom prst="line">
            <a:avLst/>
          </a:prstGeom>
          <a:ln w="38100">
            <a:prstDash val="sysDash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6660CF14-1D1C-A8DB-447A-D6468F88ACCD}"/>
              </a:ext>
            </a:extLst>
          </p:cNvPr>
          <p:cNvCxnSpPr>
            <a:cxnSpLocks/>
          </p:cNvCxnSpPr>
          <p:nvPr/>
        </p:nvCxnSpPr>
        <p:spPr>
          <a:xfrm>
            <a:off x="3136901" y="2123149"/>
            <a:ext cx="187325" cy="511615"/>
          </a:xfrm>
          <a:prstGeom prst="line">
            <a:avLst/>
          </a:prstGeom>
          <a:ln w="38100">
            <a:prstDash val="sysDash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B7265F9A-CA68-52A3-FFF8-146766884CF2}"/>
              </a:ext>
            </a:extLst>
          </p:cNvPr>
          <p:cNvSpPr txBox="1"/>
          <p:nvPr/>
        </p:nvSpPr>
        <p:spPr>
          <a:xfrm>
            <a:off x="5854148" y="3098177"/>
            <a:ext cx="4837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FFFF00"/>
                </a:solidFill>
              </a:rPr>
              <a:t>C4</a:t>
            </a:r>
            <a:endParaRPr kumimoji="1" lang="zh-CN" altLang="en-US" sz="1400" dirty="0">
              <a:solidFill>
                <a:srgbClr val="FFFF00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AFFDA95-A54D-EE65-636F-C2F8FD9971C5}"/>
              </a:ext>
            </a:extLst>
          </p:cNvPr>
          <p:cNvSpPr txBox="1"/>
          <p:nvPr/>
        </p:nvSpPr>
        <p:spPr>
          <a:xfrm>
            <a:off x="5151783" y="2561079"/>
            <a:ext cx="4837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FFFF00"/>
                </a:solidFill>
              </a:rPr>
              <a:t>C5</a:t>
            </a:r>
            <a:endParaRPr kumimoji="1" lang="zh-CN" altLang="en-US" sz="1400" dirty="0">
              <a:solidFill>
                <a:srgbClr val="FFFF00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9EC5423-AE11-FF68-2398-F0955857B96D}"/>
              </a:ext>
            </a:extLst>
          </p:cNvPr>
          <p:cNvSpPr txBox="1"/>
          <p:nvPr/>
        </p:nvSpPr>
        <p:spPr>
          <a:xfrm>
            <a:off x="5264738" y="2114793"/>
            <a:ext cx="4837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FFFF00"/>
                </a:solidFill>
              </a:rPr>
              <a:t>C6</a:t>
            </a:r>
            <a:endParaRPr kumimoji="1" lang="zh-CN" altLang="en-US" sz="1400" dirty="0">
              <a:solidFill>
                <a:srgbClr val="FFFF00"/>
              </a:solidFill>
            </a:endParaRPr>
          </a:p>
        </p:txBody>
      </p:sp>
      <p:sp>
        <p:nvSpPr>
          <p:cNvPr id="11" name="右箭头 10">
            <a:extLst>
              <a:ext uri="{FF2B5EF4-FFF2-40B4-BE49-F238E27FC236}">
                <a16:creationId xmlns:a16="http://schemas.microsoft.com/office/drawing/2014/main" id="{255D40C5-BCA1-7F03-42DC-8B296C039658}"/>
              </a:ext>
            </a:extLst>
          </p:cNvPr>
          <p:cNvSpPr/>
          <p:nvPr/>
        </p:nvSpPr>
        <p:spPr>
          <a:xfrm>
            <a:off x="4193649" y="2868855"/>
            <a:ext cx="920750" cy="25400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1" name="图片 20" descr="图示&#10;&#10;AI 生成的内容可能不正确。">
            <a:extLst>
              <a:ext uri="{FF2B5EF4-FFF2-40B4-BE49-F238E27FC236}">
                <a16:creationId xmlns:a16="http://schemas.microsoft.com/office/drawing/2014/main" id="{234B793D-28D3-8D94-F73A-DA81BEC00A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6550" y="1831765"/>
            <a:ext cx="1418023" cy="1913703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9A087FB9-F7DE-EDFD-2C7E-8B15DF4EFD22}"/>
              </a:ext>
            </a:extLst>
          </p:cNvPr>
          <p:cNvSpPr txBox="1"/>
          <p:nvPr/>
        </p:nvSpPr>
        <p:spPr>
          <a:xfrm>
            <a:off x="5334404" y="3606978"/>
            <a:ext cx="9560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/>
              <a:t>ICA Siphon</a:t>
            </a:r>
            <a:endParaRPr kumimoji="1" lang="zh-CN" altLang="en-US" sz="1200" b="1" dirty="0"/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A5B9FFF9-4C63-B93C-8888-053C3C30BB14}"/>
              </a:ext>
            </a:extLst>
          </p:cNvPr>
          <p:cNvSpPr/>
          <p:nvPr/>
        </p:nvSpPr>
        <p:spPr>
          <a:xfrm>
            <a:off x="4654024" y="3851536"/>
            <a:ext cx="2416832" cy="1990044"/>
          </a:xfrm>
          <a:prstGeom prst="roundRect">
            <a:avLst/>
          </a:prstGeom>
          <a:noFill/>
          <a:ln w="190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3E37104-2216-1CDD-F2A4-F51596874024}"/>
              </a:ext>
            </a:extLst>
          </p:cNvPr>
          <p:cNvSpPr txBox="1"/>
          <p:nvPr/>
        </p:nvSpPr>
        <p:spPr>
          <a:xfrm>
            <a:off x="6428313" y="4840156"/>
            <a:ext cx="360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/>
              <a:t>B2</a:t>
            </a:r>
            <a:endParaRPr kumimoji="1" lang="zh-CN" altLang="en-US" sz="1200" b="1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800AC87-AAAD-1DD1-83D5-31B1151CD1A4}"/>
              </a:ext>
            </a:extLst>
          </p:cNvPr>
          <p:cNvSpPr txBox="1"/>
          <p:nvPr/>
        </p:nvSpPr>
        <p:spPr>
          <a:xfrm>
            <a:off x="5032638" y="4631759"/>
            <a:ext cx="360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/>
              <a:t>B1</a:t>
            </a:r>
            <a:endParaRPr kumimoji="1" lang="zh-CN" altLang="en-US" sz="1200" b="1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C31BD417-CB2B-83B1-4718-C15D2735378B}"/>
              </a:ext>
            </a:extLst>
          </p:cNvPr>
          <p:cNvSpPr txBox="1"/>
          <p:nvPr/>
        </p:nvSpPr>
        <p:spPr>
          <a:xfrm>
            <a:off x="6096000" y="3921871"/>
            <a:ext cx="8835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/>
              <a:t>Distal</a:t>
            </a:r>
            <a:r>
              <a:rPr kumimoji="1" lang="zh-CN" altLang="en-US" sz="1200" b="1" dirty="0"/>
              <a:t> </a:t>
            </a:r>
            <a:r>
              <a:rPr kumimoji="1" lang="en-US" altLang="zh-CN" sz="1200" b="1" dirty="0"/>
              <a:t>end</a:t>
            </a:r>
            <a:endParaRPr kumimoji="1" lang="zh-CN" altLang="en-US" sz="1200" b="1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2C00EB91-A8B4-7BCB-6000-A679745A0467}"/>
              </a:ext>
            </a:extLst>
          </p:cNvPr>
          <p:cNvSpPr txBox="1"/>
          <p:nvPr/>
        </p:nvSpPr>
        <p:spPr>
          <a:xfrm>
            <a:off x="4717056" y="5498939"/>
            <a:ext cx="11063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/>
              <a:t>proximal</a:t>
            </a:r>
            <a:r>
              <a:rPr kumimoji="1" lang="zh-CN" altLang="en-US" sz="1200" b="1" dirty="0"/>
              <a:t> </a:t>
            </a:r>
            <a:r>
              <a:rPr kumimoji="1" lang="en-US" altLang="zh-CN" sz="1200" b="1" dirty="0"/>
              <a:t>end</a:t>
            </a:r>
            <a:endParaRPr kumimoji="1" lang="zh-CN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15103483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图片 72" descr="图表, 折线图&#10;&#10;AI 生成的内容可能不正确。">
            <a:extLst>
              <a:ext uri="{FF2B5EF4-FFF2-40B4-BE49-F238E27FC236}">
                <a16:creationId xmlns:a16="http://schemas.microsoft.com/office/drawing/2014/main" id="{AB72BE23-558C-3E9E-5D27-853A4996CA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7613" y="1795061"/>
            <a:ext cx="6101208" cy="3023469"/>
          </a:xfrm>
          <a:prstGeom prst="rect">
            <a:avLst/>
          </a:prstGeom>
        </p:spPr>
      </p:pic>
      <p:sp>
        <p:nvSpPr>
          <p:cNvPr id="3" name="任意形状 2">
            <a:extLst>
              <a:ext uri="{FF2B5EF4-FFF2-40B4-BE49-F238E27FC236}">
                <a16:creationId xmlns:a16="http://schemas.microsoft.com/office/drawing/2014/main" id="{0DB6561F-C5B9-48B3-9195-302019101514}"/>
              </a:ext>
            </a:extLst>
          </p:cNvPr>
          <p:cNvSpPr/>
          <p:nvPr/>
        </p:nvSpPr>
        <p:spPr>
          <a:xfrm>
            <a:off x="2135602" y="1305313"/>
            <a:ext cx="1277081" cy="4024717"/>
          </a:xfrm>
          <a:custGeom>
            <a:avLst/>
            <a:gdLst>
              <a:gd name="connsiteX0" fmla="*/ 675105 w 1531284"/>
              <a:gd name="connsiteY0" fmla="*/ 0 h 4153711"/>
              <a:gd name="connsiteX1" fmla="*/ 529190 w 1531284"/>
              <a:gd name="connsiteY1" fmla="*/ 301558 h 4153711"/>
              <a:gd name="connsiteX2" fmla="*/ 227632 w 1531284"/>
              <a:gd name="connsiteY2" fmla="*/ 447473 h 4153711"/>
              <a:gd name="connsiteX3" fmla="*/ 23352 w 1531284"/>
              <a:gd name="connsiteY3" fmla="*/ 632298 h 4153711"/>
              <a:gd name="connsiteX4" fmla="*/ 52535 w 1531284"/>
              <a:gd name="connsiteY4" fmla="*/ 817124 h 4153711"/>
              <a:gd name="connsiteX5" fmla="*/ 451369 w 1531284"/>
              <a:gd name="connsiteY5" fmla="*/ 914400 h 4153711"/>
              <a:gd name="connsiteX6" fmla="*/ 704288 w 1531284"/>
              <a:gd name="connsiteY6" fmla="*/ 1031132 h 4153711"/>
              <a:gd name="connsiteX7" fmla="*/ 782109 w 1531284"/>
              <a:gd name="connsiteY7" fmla="*/ 1186775 h 4153711"/>
              <a:gd name="connsiteX8" fmla="*/ 743198 w 1531284"/>
              <a:gd name="connsiteY8" fmla="*/ 1449422 h 4153711"/>
              <a:gd name="connsiteX9" fmla="*/ 587556 w 1531284"/>
              <a:gd name="connsiteY9" fmla="*/ 1750979 h 4153711"/>
              <a:gd name="connsiteX10" fmla="*/ 616739 w 1531284"/>
              <a:gd name="connsiteY10" fmla="*/ 1906622 h 4153711"/>
              <a:gd name="connsiteX11" fmla="*/ 723743 w 1531284"/>
              <a:gd name="connsiteY11" fmla="*/ 2033081 h 4153711"/>
              <a:gd name="connsiteX12" fmla="*/ 821020 w 1531284"/>
              <a:gd name="connsiteY12" fmla="*/ 2071992 h 4153711"/>
              <a:gd name="connsiteX13" fmla="*/ 1044756 w 1531284"/>
              <a:gd name="connsiteY13" fmla="*/ 2110902 h 4153711"/>
              <a:gd name="connsiteX14" fmla="*/ 1326858 w 1531284"/>
              <a:gd name="connsiteY14" fmla="*/ 2110902 h 4153711"/>
              <a:gd name="connsiteX15" fmla="*/ 1531139 w 1531284"/>
              <a:gd name="connsiteY15" fmla="*/ 2315183 h 4153711"/>
              <a:gd name="connsiteX16" fmla="*/ 1356041 w 1531284"/>
              <a:gd name="connsiteY16" fmla="*/ 2850205 h 4153711"/>
              <a:gd name="connsiteX17" fmla="*/ 1161488 w 1531284"/>
              <a:gd name="connsiteY17" fmla="*/ 3414409 h 4153711"/>
              <a:gd name="connsiteX18" fmla="*/ 1112849 w 1531284"/>
              <a:gd name="connsiteY18" fmla="*/ 4153711 h 4153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531284" h="4153711">
                <a:moveTo>
                  <a:pt x="675105" y="0"/>
                </a:moveTo>
                <a:cubicBezTo>
                  <a:pt x="639437" y="113489"/>
                  <a:pt x="603769" y="226979"/>
                  <a:pt x="529190" y="301558"/>
                </a:cubicBezTo>
                <a:cubicBezTo>
                  <a:pt x="454611" y="376137"/>
                  <a:pt x="311938" y="392350"/>
                  <a:pt x="227632" y="447473"/>
                </a:cubicBezTo>
                <a:cubicBezTo>
                  <a:pt x="143326" y="502596"/>
                  <a:pt x="52535" y="570690"/>
                  <a:pt x="23352" y="632298"/>
                </a:cubicBezTo>
                <a:cubicBezTo>
                  <a:pt x="-5831" y="693906"/>
                  <a:pt x="-18801" y="770107"/>
                  <a:pt x="52535" y="817124"/>
                </a:cubicBezTo>
                <a:cubicBezTo>
                  <a:pt x="123871" y="864141"/>
                  <a:pt x="342743" y="878732"/>
                  <a:pt x="451369" y="914400"/>
                </a:cubicBezTo>
                <a:cubicBezTo>
                  <a:pt x="559994" y="950068"/>
                  <a:pt x="649165" y="985736"/>
                  <a:pt x="704288" y="1031132"/>
                </a:cubicBezTo>
                <a:cubicBezTo>
                  <a:pt x="759411" y="1076528"/>
                  <a:pt x="775624" y="1117060"/>
                  <a:pt x="782109" y="1186775"/>
                </a:cubicBezTo>
                <a:cubicBezTo>
                  <a:pt x="788594" y="1256490"/>
                  <a:pt x="775623" y="1355388"/>
                  <a:pt x="743198" y="1449422"/>
                </a:cubicBezTo>
                <a:cubicBezTo>
                  <a:pt x="710773" y="1543456"/>
                  <a:pt x="608632" y="1674779"/>
                  <a:pt x="587556" y="1750979"/>
                </a:cubicBezTo>
                <a:cubicBezTo>
                  <a:pt x="566480" y="1827179"/>
                  <a:pt x="594041" y="1859605"/>
                  <a:pt x="616739" y="1906622"/>
                </a:cubicBezTo>
                <a:cubicBezTo>
                  <a:pt x="639437" y="1953639"/>
                  <a:pt x="689696" y="2005519"/>
                  <a:pt x="723743" y="2033081"/>
                </a:cubicBezTo>
                <a:cubicBezTo>
                  <a:pt x="757790" y="2060643"/>
                  <a:pt x="767518" y="2059022"/>
                  <a:pt x="821020" y="2071992"/>
                </a:cubicBezTo>
                <a:cubicBezTo>
                  <a:pt x="874522" y="2084962"/>
                  <a:pt x="960450" y="2104417"/>
                  <a:pt x="1044756" y="2110902"/>
                </a:cubicBezTo>
                <a:cubicBezTo>
                  <a:pt x="1129062" y="2117387"/>
                  <a:pt x="1245794" y="2076855"/>
                  <a:pt x="1326858" y="2110902"/>
                </a:cubicBezTo>
                <a:cubicBezTo>
                  <a:pt x="1407922" y="2144949"/>
                  <a:pt x="1526275" y="2191966"/>
                  <a:pt x="1531139" y="2315183"/>
                </a:cubicBezTo>
                <a:cubicBezTo>
                  <a:pt x="1536003" y="2438400"/>
                  <a:pt x="1417649" y="2667001"/>
                  <a:pt x="1356041" y="2850205"/>
                </a:cubicBezTo>
                <a:cubicBezTo>
                  <a:pt x="1294433" y="3033409"/>
                  <a:pt x="1202020" y="3197158"/>
                  <a:pt x="1161488" y="3414409"/>
                </a:cubicBezTo>
                <a:cubicBezTo>
                  <a:pt x="1120956" y="3631660"/>
                  <a:pt x="1116902" y="3892685"/>
                  <a:pt x="1112849" y="4153711"/>
                </a:cubicBezTo>
              </a:path>
            </a:pathLst>
          </a:custGeom>
          <a:noFill/>
          <a:ln w="38100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77EBAB19-6E16-7B16-D46E-C96B6BB88D05}"/>
                  </a:ext>
                </a:extLst>
              </p:cNvPr>
              <p:cNvSpPr txBox="1"/>
              <p:nvPr/>
            </p:nvSpPr>
            <p:spPr>
              <a:xfrm>
                <a:off x="3260827" y="5258460"/>
                <a:ext cx="1342675" cy="2852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  <m:r>
                        <a:rPr kumimoji="1" lang="en-US" altLang="zh-CN" sz="12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  <m:r>
                        <a:rPr kumimoji="1" lang="en-US" altLang="zh-CN" sz="12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  <m:r>
                        <a:rPr kumimoji="1" lang="en-US" altLang="zh-CN" sz="12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  <m:r>
                        <a:rPr kumimoji="1" lang="en-US" altLang="zh-CN" sz="1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12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77EBAB19-6E16-7B16-D46E-C96B6BB88D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0827" y="5258460"/>
                <a:ext cx="1342675" cy="285206"/>
              </a:xfrm>
              <a:prstGeom prst="rect">
                <a:avLst/>
              </a:prstGeom>
              <a:blipFill>
                <a:blip r:embed="rId3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F84ADC5-0C16-F908-C9D4-2837BF5BAE01}"/>
                  </a:ext>
                </a:extLst>
              </p:cNvPr>
              <p:cNvSpPr txBox="1"/>
              <p:nvPr/>
            </p:nvSpPr>
            <p:spPr>
              <a:xfrm>
                <a:off x="3265756" y="5051263"/>
                <a:ext cx="1342675" cy="2852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,2</m:t>
                          </m:r>
                        </m:sub>
                      </m:sSub>
                      <m:r>
                        <a:rPr kumimoji="1" lang="en-US" altLang="zh-CN" sz="12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,2</m:t>
                          </m:r>
                        </m:sub>
                      </m:sSub>
                      <m:r>
                        <a:rPr kumimoji="1" lang="en-US" altLang="zh-CN" sz="12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,2</m:t>
                          </m:r>
                        </m:sub>
                      </m:sSub>
                      <m:r>
                        <a:rPr kumimoji="1" lang="en-US" altLang="zh-CN" sz="12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,2</m:t>
                          </m:r>
                        </m:sub>
                      </m:sSub>
                      <m:r>
                        <a:rPr kumimoji="1" lang="en-US" altLang="zh-CN" sz="1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12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F84ADC5-0C16-F908-C9D4-2837BF5BAE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5756" y="5051263"/>
                <a:ext cx="1342675" cy="28520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2831A535-0612-6903-9EE5-321F489B361F}"/>
              </a:ext>
            </a:extLst>
          </p:cNvPr>
          <p:cNvCxnSpPr>
            <a:cxnSpLocks/>
          </p:cNvCxnSpPr>
          <p:nvPr/>
        </p:nvCxnSpPr>
        <p:spPr>
          <a:xfrm>
            <a:off x="3101192" y="5298849"/>
            <a:ext cx="205352" cy="93689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22BBFFA-918C-4265-A87E-2E6D497AD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4ACF1-8115-4F2A-BC52-125D9799F304}" type="slidenum">
              <a:rPr lang="zh-CN" altLang="en-US" smtClean="0"/>
              <a:t>10</a:t>
            </a:fld>
            <a:endParaRPr lang="zh-CN" altLang="en-US"/>
          </a:p>
        </p:txBody>
      </p: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C8FA03CE-97E2-C725-A715-BF3ABE56B3C1}"/>
              </a:ext>
            </a:extLst>
          </p:cNvPr>
          <p:cNvCxnSpPr>
            <a:cxnSpLocks/>
          </p:cNvCxnSpPr>
          <p:nvPr/>
        </p:nvCxnSpPr>
        <p:spPr>
          <a:xfrm>
            <a:off x="3101192" y="5212811"/>
            <a:ext cx="186882" cy="0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88451D3E-C438-9ECB-F171-B2ED8FB6C446}"/>
              </a:ext>
            </a:extLst>
          </p:cNvPr>
          <p:cNvSpPr txBox="1"/>
          <p:nvPr/>
        </p:nvSpPr>
        <p:spPr>
          <a:xfrm rot="5400000">
            <a:off x="3706253" y="4711788"/>
            <a:ext cx="104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66F18644-8BAA-E8B7-4F82-431BFEB0DC31}"/>
              </a:ext>
            </a:extLst>
          </p:cNvPr>
          <p:cNvCxnSpPr>
            <a:cxnSpLocks/>
          </p:cNvCxnSpPr>
          <p:nvPr/>
        </p:nvCxnSpPr>
        <p:spPr>
          <a:xfrm flipV="1">
            <a:off x="2743458" y="1242805"/>
            <a:ext cx="186882" cy="64771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5CB206CC-0B94-8F2F-8F4A-EC6D1DAA94C5}"/>
              </a:ext>
            </a:extLst>
          </p:cNvPr>
          <p:cNvCxnSpPr>
            <a:cxnSpLocks/>
          </p:cNvCxnSpPr>
          <p:nvPr/>
        </p:nvCxnSpPr>
        <p:spPr>
          <a:xfrm>
            <a:off x="2714884" y="1410289"/>
            <a:ext cx="215457" cy="0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92F7D594-26E4-D2D6-2D4A-F8E9C80ADF42}"/>
                  </a:ext>
                </a:extLst>
              </p:cNvPr>
              <p:cNvSpPr txBox="1"/>
              <p:nvPr/>
            </p:nvSpPr>
            <p:spPr>
              <a:xfrm>
                <a:off x="2912632" y="1247832"/>
                <a:ext cx="2029658" cy="2852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kumimoji="1" lang="en-US" altLang="zh-CN" sz="12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kumimoji="1" lang="en-US" altLang="zh-CN" sz="12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kumimoji="1" lang="en-US" altLang="zh-CN" sz="12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kumimoji="1" lang="en-US" altLang="zh-CN" sz="1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1200" dirty="0"/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92F7D594-26E4-D2D6-2D4A-F8E9C80AD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2632" y="1247832"/>
                <a:ext cx="2029658" cy="285206"/>
              </a:xfrm>
              <a:prstGeom prst="rect">
                <a:avLst/>
              </a:prstGeom>
              <a:blipFill>
                <a:blip r:embed="rId5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F9F73DDE-1C9B-E57F-6E14-841194FDE4AC}"/>
                  </a:ext>
                </a:extLst>
              </p:cNvPr>
              <p:cNvSpPr txBox="1"/>
              <p:nvPr/>
            </p:nvSpPr>
            <p:spPr>
              <a:xfrm>
                <a:off x="2912633" y="1053012"/>
                <a:ext cx="1430135" cy="2852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kumimoji="1" lang="en-US" altLang="zh-CN" sz="12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kumimoji="1" lang="en-US" altLang="zh-CN" sz="12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kumimoji="1" lang="en-US" altLang="zh-CN" sz="12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kumimoji="1" lang="en-US" altLang="zh-CN" sz="1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1200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F9F73DDE-1C9B-E57F-6E14-841194FDE4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2633" y="1053012"/>
                <a:ext cx="1430135" cy="285206"/>
              </a:xfrm>
              <a:prstGeom prst="rect">
                <a:avLst/>
              </a:prstGeom>
              <a:blipFill>
                <a:blip r:embed="rId6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文本框 23">
            <a:extLst>
              <a:ext uri="{FF2B5EF4-FFF2-40B4-BE49-F238E27FC236}">
                <a16:creationId xmlns:a16="http://schemas.microsoft.com/office/drawing/2014/main" id="{BA2615C9-4D66-718E-F639-C3D9F8F28BCB}"/>
              </a:ext>
            </a:extLst>
          </p:cNvPr>
          <p:cNvSpPr txBox="1"/>
          <p:nvPr/>
        </p:nvSpPr>
        <p:spPr>
          <a:xfrm rot="5400000">
            <a:off x="3687821" y="1369826"/>
            <a:ext cx="104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D9329D62-A1ED-C6FE-9B9C-7F8920AE677B}"/>
                  </a:ext>
                </a:extLst>
              </p:cNvPr>
              <p:cNvSpPr txBox="1"/>
              <p:nvPr/>
            </p:nvSpPr>
            <p:spPr>
              <a:xfrm>
                <a:off x="2979553" y="2763347"/>
                <a:ext cx="1306768" cy="2918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kumimoji="1" lang="en-US" altLang="zh-CN" sz="12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kumimoji="1" lang="en-US" altLang="zh-CN" sz="12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kumimoji="1" lang="en-US" altLang="zh-CN" sz="12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kumimoji="1" lang="en-US" altLang="zh-CN" sz="1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1200" dirty="0"/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D9329D62-A1ED-C6FE-9B9C-7F8920AE67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9553" y="2763347"/>
                <a:ext cx="1306768" cy="2918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本框 25">
            <a:extLst>
              <a:ext uri="{FF2B5EF4-FFF2-40B4-BE49-F238E27FC236}">
                <a16:creationId xmlns:a16="http://schemas.microsoft.com/office/drawing/2014/main" id="{3424AE87-926A-2D36-33AB-6A2AE6329AC8}"/>
              </a:ext>
            </a:extLst>
          </p:cNvPr>
          <p:cNvSpPr txBox="1"/>
          <p:nvPr/>
        </p:nvSpPr>
        <p:spPr>
          <a:xfrm rot="5400000">
            <a:off x="3687822" y="2395056"/>
            <a:ext cx="104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8499B76-17AB-72C2-C752-3AEF54BA4C12}"/>
              </a:ext>
            </a:extLst>
          </p:cNvPr>
          <p:cNvSpPr txBox="1"/>
          <p:nvPr/>
        </p:nvSpPr>
        <p:spPr>
          <a:xfrm rot="5400000">
            <a:off x="3706254" y="2900381"/>
            <a:ext cx="104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4DE3FE29-6730-D19A-6F2C-85318F076ACB}"/>
                  </a:ext>
                </a:extLst>
              </p:cNvPr>
              <p:cNvSpPr txBox="1"/>
              <p:nvPr/>
            </p:nvSpPr>
            <p:spPr>
              <a:xfrm>
                <a:off x="1712870" y="3590312"/>
                <a:ext cx="150342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400" dirty="0"/>
                  <a:t>ICA Centerline</a:t>
                </a:r>
                <a:r>
                  <a:rPr kumimoji="1" lang="zh-CN" altLang="en-US" sz="1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1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kumimoji="1" lang="en-US" altLang="zh-CN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kumimoji="1" lang="zh-CN" altLang="en-US" sz="1400" dirty="0"/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4DE3FE29-6730-D19A-6F2C-85318F076A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2870" y="3590312"/>
                <a:ext cx="1503425" cy="307777"/>
              </a:xfrm>
              <a:prstGeom prst="rect">
                <a:avLst/>
              </a:prstGeom>
              <a:blipFill>
                <a:blip r:embed="rId8"/>
                <a:stretch>
                  <a:fillRect l="-833" t="-4000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直线连接符 31">
            <a:extLst>
              <a:ext uri="{FF2B5EF4-FFF2-40B4-BE49-F238E27FC236}">
                <a16:creationId xmlns:a16="http://schemas.microsoft.com/office/drawing/2014/main" id="{023BA249-51C5-A170-E5B2-66E7EB41B66B}"/>
              </a:ext>
            </a:extLst>
          </p:cNvPr>
          <p:cNvCxnSpPr>
            <a:cxnSpLocks/>
          </p:cNvCxnSpPr>
          <p:nvPr/>
        </p:nvCxnSpPr>
        <p:spPr>
          <a:xfrm>
            <a:off x="4961068" y="4269752"/>
            <a:ext cx="0" cy="13550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线连接符 36">
            <a:extLst>
              <a:ext uri="{FF2B5EF4-FFF2-40B4-BE49-F238E27FC236}">
                <a16:creationId xmlns:a16="http://schemas.microsoft.com/office/drawing/2014/main" id="{32D671E0-65AD-62F6-4B66-3287F566EBBF}"/>
              </a:ext>
            </a:extLst>
          </p:cNvPr>
          <p:cNvCxnSpPr>
            <a:cxnSpLocks/>
          </p:cNvCxnSpPr>
          <p:nvPr/>
        </p:nvCxnSpPr>
        <p:spPr>
          <a:xfrm flipH="1">
            <a:off x="4900444" y="4269751"/>
            <a:ext cx="5860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3BEEEEC5-93BF-1C1B-F954-06823610F429}"/>
                  </a:ext>
                </a:extLst>
              </p:cNvPr>
              <p:cNvSpPr txBox="1"/>
              <p:nvPr/>
            </p:nvSpPr>
            <p:spPr>
              <a:xfrm>
                <a:off x="3864603" y="3986240"/>
                <a:ext cx="1089914" cy="2852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𝜅</m:t>
                          </m:r>
                        </m:e>
                        <m:sub>
                          <m:r>
                            <a:rPr kumimoji="1"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  <m:r>
                        <a:rPr kumimoji="1" lang="en-US" altLang="zh-CN" sz="1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1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𝜅</m:t>
                      </m:r>
                      <m:r>
                        <a:rPr kumimoji="1" lang="en-US" altLang="zh-CN" sz="1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kumimoji="1"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  <m:r>
                        <a:rPr kumimoji="1" lang="en-US" altLang="zh-CN" sz="1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1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3BEEEEC5-93BF-1C1B-F954-06823610F4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4603" y="3986240"/>
                <a:ext cx="1089914" cy="285206"/>
              </a:xfrm>
              <a:prstGeom prst="rect">
                <a:avLst/>
              </a:prstGeom>
              <a:blipFill>
                <a:blip r:embed="rId9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BD033AB8-D47E-9864-79BC-3B9BC453AEE5}"/>
                  </a:ext>
                </a:extLst>
              </p:cNvPr>
              <p:cNvSpPr txBox="1"/>
              <p:nvPr/>
            </p:nvSpPr>
            <p:spPr>
              <a:xfrm>
                <a:off x="4900444" y="4409986"/>
                <a:ext cx="56618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kumimoji="1" lang="en-US" altLang="zh-CN" sz="1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kumimoji="1" lang="zh-CN" altLang="en-US" sz="1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BD033AB8-D47E-9864-79BC-3B9BC453AE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0444" y="4409986"/>
                <a:ext cx="566181" cy="276999"/>
              </a:xfrm>
              <a:prstGeom prst="rect">
                <a:avLst/>
              </a:prstGeom>
              <a:blipFill>
                <a:blip r:embed="rId10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直线连接符 47">
            <a:extLst>
              <a:ext uri="{FF2B5EF4-FFF2-40B4-BE49-F238E27FC236}">
                <a16:creationId xmlns:a16="http://schemas.microsoft.com/office/drawing/2014/main" id="{617AE57A-9095-3585-73D6-488E95BCC119}"/>
              </a:ext>
            </a:extLst>
          </p:cNvPr>
          <p:cNvCxnSpPr>
            <a:cxnSpLocks/>
          </p:cNvCxnSpPr>
          <p:nvPr/>
        </p:nvCxnSpPr>
        <p:spPr>
          <a:xfrm>
            <a:off x="10385949" y="3906437"/>
            <a:ext cx="0" cy="486606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6035BC91-7978-54F7-6B8E-71A07D44ED3A}"/>
              </a:ext>
            </a:extLst>
          </p:cNvPr>
          <p:cNvCxnSpPr>
            <a:cxnSpLocks/>
          </p:cNvCxnSpPr>
          <p:nvPr/>
        </p:nvCxnSpPr>
        <p:spPr>
          <a:xfrm flipH="1">
            <a:off x="4883555" y="3906437"/>
            <a:ext cx="5502395" cy="23992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A4FB02B4-4BE2-10DD-E56B-8E38A81D2E60}"/>
                  </a:ext>
                </a:extLst>
              </p:cNvPr>
              <p:cNvSpPr txBox="1"/>
              <p:nvPr/>
            </p:nvSpPr>
            <p:spPr>
              <a:xfrm>
                <a:off x="10134103" y="4393044"/>
                <a:ext cx="60202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2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kumimoji="1" lang="en-US" altLang="zh-CN" sz="12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12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kumimoji="1" lang="zh-CN" altLang="en-US" sz="1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A4FB02B4-4BE2-10DD-E56B-8E38A81D2E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4103" y="4393044"/>
                <a:ext cx="602023" cy="276999"/>
              </a:xfrm>
              <a:prstGeom prst="rect">
                <a:avLst/>
              </a:prstGeom>
              <a:blipFill>
                <a:blip r:embed="rId11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A04A3B93-BF95-4C07-D52B-69BAA7E2C303}"/>
                  </a:ext>
                </a:extLst>
              </p:cNvPr>
              <p:cNvSpPr txBox="1"/>
              <p:nvPr/>
            </p:nvSpPr>
            <p:spPr>
              <a:xfrm>
                <a:off x="3835414" y="3659264"/>
                <a:ext cx="1133644" cy="2852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𝜅</m:t>
                          </m:r>
                        </m:e>
                        <m:sub>
                          <m:r>
                            <a:rPr kumimoji="1" lang="en-US" altLang="zh-CN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kumimoji="1" lang="en-US" altLang="zh-CN" sz="12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12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𝜅</m:t>
                      </m:r>
                      <m:r>
                        <a:rPr kumimoji="1" lang="en-US" altLang="zh-CN" sz="12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zh-CN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kumimoji="1" lang="en-US" altLang="zh-CN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kumimoji="1" lang="en-US" altLang="zh-CN" sz="12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1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A04A3B93-BF95-4C07-D52B-69BAA7E2C3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5414" y="3659264"/>
                <a:ext cx="1133644" cy="285206"/>
              </a:xfrm>
              <a:prstGeom prst="rect">
                <a:avLst/>
              </a:prstGeom>
              <a:blipFill>
                <a:blip r:embed="rId12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直线箭头连接符 58">
            <a:extLst>
              <a:ext uri="{FF2B5EF4-FFF2-40B4-BE49-F238E27FC236}">
                <a16:creationId xmlns:a16="http://schemas.microsoft.com/office/drawing/2014/main" id="{2CF6BB05-D72B-2D2D-9915-348F39277C9D}"/>
              </a:ext>
            </a:extLst>
          </p:cNvPr>
          <p:cNvCxnSpPr>
            <a:cxnSpLocks/>
          </p:cNvCxnSpPr>
          <p:nvPr/>
        </p:nvCxnSpPr>
        <p:spPr>
          <a:xfrm>
            <a:off x="4060775" y="1217832"/>
            <a:ext cx="6237875" cy="2968015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直线箭头连接符 60">
            <a:extLst>
              <a:ext uri="{FF2B5EF4-FFF2-40B4-BE49-F238E27FC236}">
                <a16:creationId xmlns:a16="http://schemas.microsoft.com/office/drawing/2014/main" id="{610449A4-E6DE-DF04-90B8-8F137CDBCB52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4603501" y="4670043"/>
            <a:ext cx="327674" cy="731021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7" name="图片 66">
            <a:extLst>
              <a:ext uri="{FF2B5EF4-FFF2-40B4-BE49-F238E27FC236}">
                <a16:creationId xmlns:a16="http://schemas.microsoft.com/office/drawing/2014/main" id="{22BC6AC7-DA2F-B639-765E-33E574958B3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4110" y="4570118"/>
            <a:ext cx="292100" cy="431800"/>
          </a:xfrm>
          <a:prstGeom prst="rect">
            <a:avLst/>
          </a:prstGeom>
        </p:spPr>
      </p:pic>
      <p:pic>
        <p:nvPicPr>
          <p:cNvPr id="68" name="图片 67">
            <a:extLst>
              <a:ext uri="{FF2B5EF4-FFF2-40B4-BE49-F238E27FC236}">
                <a16:creationId xmlns:a16="http://schemas.microsoft.com/office/drawing/2014/main" id="{5808E7B3-5043-9643-95DD-4AAF467FDE0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1923" y="2609313"/>
            <a:ext cx="192908" cy="5833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88E17A30-1934-1D20-FEBD-604153F3D6B5}"/>
                  </a:ext>
                </a:extLst>
              </p:cNvPr>
              <p:cNvSpPr txBox="1"/>
              <p:nvPr/>
            </p:nvSpPr>
            <p:spPr>
              <a:xfrm rot="16200000">
                <a:off x="4055354" y="2678198"/>
                <a:ext cx="927305" cy="2585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𝜅</m:t>
                          </m:r>
                        </m:e>
                        <m:sub>
                          <m:r>
                            <a:rPr kumimoji="1" lang="en-US" altLang="zh-CN" sz="1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1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10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kumimoji="1" lang="en-US" altLang="zh-CN" sz="1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𝜅</m:t>
                      </m:r>
                      <m:r>
                        <a:rPr kumimoji="1" lang="en-US" altLang="zh-CN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zh-CN" sz="1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kumimoji="1" lang="en-US" altLang="zh-CN" sz="1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1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10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kumimoji="1" lang="en-US" altLang="zh-CN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1000" dirty="0"/>
              </a:p>
            </p:txBody>
          </p:sp>
        </mc:Choice>
        <mc:Fallback xmlns="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88E17A30-1934-1D20-FEBD-604153F3D6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055354" y="2678198"/>
                <a:ext cx="927305" cy="25859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530C2EBC-4ED9-DC0D-C89C-2FE740C3D330}"/>
                  </a:ext>
                </a:extLst>
              </p:cNvPr>
              <p:cNvSpPr txBox="1"/>
              <p:nvPr/>
            </p:nvSpPr>
            <p:spPr>
              <a:xfrm>
                <a:off x="8001934" y="4593750"/>
                <a:ext cx="87267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050" i="1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530C2EBC-4ED9-DC0D-C89C-2FE740C3D3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934" y="4593750"/>
                <a:ext cx="87267" cy="161583"/>
              </a:xfrm>
              <a:prstGeom prst="rect">
                <a:avLst/>
              </a:prstGeom>
              <a:blipFill>
                <a:blip r:embed="rId15"/>
                <a:stretch>
                  <a:fillRect l="-57143" r="-42857" b="-2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8" name="图片 77" descr="背景图案&#10;&#10;AI 生成的内容可能不正确。">
            <a:extLst>
              <a:ext uri="{FF2B5EF4-FFF2-40B4-BE49-F238E27FC236}">
                <a16:creationId xmlns:a16="http://schemas.microsoft.com/office/drawing/2014/main" id="{D068B1C9-92E7-63E8-4BB6-EBB19A301CA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9582" y="1688756"/>
            <a:ext cx="965200" cy="3429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9AAE7B39-E73E-9AD9-5C73-234C64B511D6}"/>
                  </a:ext>
                </a:extLst>
              </p:cNvPr>
              <p:cNvSpPr txBox="1"/>
              <p:nvPr/>
            </p:nvSpPr>
            <p:spPr>
              <a:xfrm>
                <a:off x="8010831" y="1800935"/>
                <a:ext cx="1102610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050" dirty="0"/>
                  <a:t>in Centerline</a:t>
                </a:r>
                <a:r>
                  <a:rPr kumimoji="1" lang="zh-CN" altLang="en-US" sz="105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0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105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kumimoji="1" lang="en-US" altLang="zh-CN" sz="105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kumimoji="1" lang="zh-CN" altLang="en-US" sz="1050" dirty="0"/>
              </a:p>
              <a:p>
                <a:endParaRPr kumimoji="1" lang="zh-CN" altLang="en-US" sz="1050" dirty="0"/>
              </a:p>
            </p:txBody>
          </p:sp>
        </mc:Choice>
        <mc:Fallback xmlns="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9AAE7B39-E73E-9AD9-5C73-234C64B511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0831" y="1800935"/>
                <a:ext cx="1102610" cy="415498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右箭头 81">
            <a:extLst>
              <a:ext uri="{FF2B5EF4-FFF2-40B4-BE49-F238E27FC236}">
                <a16:creationId xmlns:a16="http://schemas.microsoft.com/office/drawing/2014/main" id="{3DCFBC24-968C-1397-F218-8A2484E23A46}"/>
              </a:ext>
            </a:extLst>
          </p:cNvPr>
          <p:cNvSpPr/>
          <p:nvPr/>
        </p:nvSpPr>
        <p:spPr>
          <a:xfrm rot="16200000">
            <a:off x="2667831" y="5062937"/>
            <a:ext cx="309560" cy="26185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3" name="右箭头 82">
            <a:extLst>
              <a:ext uri="{FF2B5EF4-FFF2-40B4-BE49-F238E27FC236}">
                <a16:creationId xmlns:a16="http://schemas.microsoft.com/office/drawing/2014/main" id="{E7EA537C-ED54-7B24-208B-E839AE2BE811}"/>
              </a:ext>
            </a:extLst>
          </p:cNvPr>
          <p:cNvSpPr/>
          <p:nvPr/>
        </p:nvSpPr>
        <p:spPr>
          <a:xfrm>
            <a:off x="4965101" y="3966198"/>
            <a:ext cx="309560" cy="26185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168543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1AC9A1E-15B4-DC22-2559-9E30A479E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BDE2CB7-4B6C-EA7F-23AD-B78517B92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4ACF1-8115-4F2A-BC52-125D9799F304}" type="slidenum">
              <a:rPr lang="zh-CN" altLang="en-US" smtClean="0"/>
              <a:t>11</a:t>
            </a:fld>
            <a:endParaRPr lang="zh-CN" altLang="en-US"/>
          </a:p>
        </p:txBody>
      </p:sp>
      <p:pic>
        <p:nvPicPr>
          <p:cNvPr id="19" name="图片 18" descr="图表, 折线图&#10;&#10;AI 生成的内容可能不正确。">
            <a:extLst>
              <a:ext uri="{FF2B5EF4-FFF2-40B4-BE49-F238E27FC236}">
                <a16:creationId xmlns:a16="http://schemas.microsoft.com/office/drawing/2014/main" id="{B5C9666B-20BB-369E-A01A-CB79BB4D89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1428" y="556518"/>
            <a:ext cx="5434080" cy="2704425"/>
          </a:xfrm>
          <a:prstGeom prst="rect">
            <a:avLst/>
          </a:prstGeom>
        </p:spPr>
      </p:pic>
      <p:pic>
        <p:nvPicPr>
          <p:cNvPr id="20" name="图片 19" descr="图表, 折线图&#10;&#10;AI 生成的内容可能不正确。">
            <a:extLst>
              <a:ext uri="{FF2B5EF4-FFF2-40B4-BE49-F238E27FC236}">
                <a16:creationId xmlns:a16="http://schemas.microsoft.com/office/drawing/2014/main" id="{CF0E2682-8798-177E-16D9-892AC42D08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1428" y="3262495"/>
            <a:ext cx="5434080" cy="2704425"/>
          </a:xfrm>
          <a:prstGeom prst="rect">
            <a:avLst/>
          </a:prstGeom>
        </p:spPr>
      </p:pic>
      <p:sp>
        <p:nvSpPr>
          <p:cNvPr id="21" name="椭圆 20">
            <a:extLst>
              <a:ext uri="{FF2B5EF4-FFF2-40B4-BE49-F238E27FC236}">
                <a16:creationId xmlns:a16="http://schemas.microsoft.com/office/drawing/2014/main" id="{E7BCFC63-B4E0-9237-38A4-F3081090D3B7}"/>
              </a:ext>
            </a:extLst>
          </p:cNvPr>
          <p:cNvSpPr/>
          <p:nvPr/>
        </p:nvSpPr>
        <p:spPr>
          <a:xfrm>
            <a:off x="7444474" y="849517"/>
            <a:ext cx="89065" cy="8312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8E02ADAB-8368-4A62-5587-B5125ED2F014}"/>
              </a:ext>
            </a:extLst>
          </p:cNvPr>
          <p:cNvSpPr/>
          <p:nvPr/>
        </p:nvSpPr>
        <p:spPr>
          <a:xfrm>
            <a:off x="6919915" y="1908729"/>
            <a:ext cx="89065" cy="8312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1" name="直线连接符 30">
            <a:extLst>
              <a:ext uri="{FF2B5EF4-FFF2-40B4-BE49-F238E27FC236}">
                <a16:creationId xmlns:a16="http://schemas.microsoft.com/office/drawing/2014/main" id="{029F5CAF-AB51-CDB7-6629-00098443D236}"/>
              </a:ext>
            </a:extLst>
          </p:cNvPr>
          <p:cNvCxnSpPr>
            <a:cxnSpLocks/>
          </p:cNvCxnSpPr>
          <p:nvPr/>
        </p:nvCxnSpPr>
        <p:spPr>
          <a:xfrm>
            <a:off x="6964446" y="1991858"/>
            <a:ext cx="0" cy="820031"/>
          </a:xfrm>
          <a:prstGeom prst="line">
            <a:avLst/>
          </a:prstGeom>
          <a:ln>
            <a:solidFill>
              <a:srgbClr val="FFC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线连接符 32">
            <a:extLst>
              <a:ext uri="{FF2B5EF4-FFF2-40B4-BE49-F238E27FC236}">
                <a16:creationId xmlns:a16="http://schemas.microsoft.com/office/drawing/2014/main" id="{54A2380B-0F96-E35B-274B-64BE8A126097}"/>
              </a:ext>
            </a:extLst>
          </p:cNvPr>
          <p:cNvCxnSpPr>
            <a:cxnSpLocks/>
          </p:cNvCxnSpPr>
          <p:nvPr/>
        </p:nvCxnSpPr>
        <p:spPr>
          <a:xfrm flipH="1">
            <a:off x="3772423" y="891081"/>
            <a:ext cx="3716583" cy="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线连接符 37">
            <a:extLst>
              <a:ext uri="{FF2B5EF4-FFF2-40B4-BE49-F238E27FC236}">
                <a16:creationId xmlns:a16="http://schemas.microsoft.com/office/drawing/2014/main" id="{358C8CA3-248E-6A32-D886-283A9C7AA0CF}"/>
              </a:ext>
            </a:extLst>
          </p:cNvPr>
          <p:cNvCxnSpPr>
            <a:cxnSpLocks/>
          </p:cNvCxnSpPr>
          <p:nvPr/>
        </p:nvCxnSpPr>
        <p:spPr>
          <a:xfrm flipH="1">
            <a:off x="3772422" y="1941588"/>
            <a:ext cx="3147492" cy="0"/>
          </a:xfrm>
          <a:prstGeom prst="line">
            <a:avLst/>
          </a:prstGeom>
          <a:ln>
            <a:solidFill>
              <a:srgbClr val="FFC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线连接符 39">
            <a:extLst>
              <a:ext uri="{FF2B5EF4-FFF2-40B4-BE49-F238E27FC236}">
                <a16:creationId xmlns:a16="http://schemas.microsoft.com/office/drawing/2014/main" id="{4C7DBDDE-F677-EB74-0F60-DE44D9613FE1}"/>
              </a:ext>
            </a:extLst>
          </p:cNvPr>
          <p:cNvCxnSpPr>
            <a:cxnSpLocks/>
          </p:cNvCxnSpPr>
          <p:nvPr/>
        </p:nvCxnSpPr>
        <p:spPr>
          <a:xfrm>
            <a:off x="7489005" y="891082"/>
            <a:ext cx="0" cy="1920807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9E5094FF-94D5-77A2-D7BD-7B77B1ABD8AC}"/>
                  </a:ext>
                </a:extLst>
              </p:cNvPr>
              <p:cNvSpPr txBox="1"/>
              <p:nvPr/>
            </p:nvSpPr>
            <p:spPr>
              <a:xfrm>
                <a:off x="7379746" y="2863804"/>
                <a:ext cx="326115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sz="1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sz="1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b>
                          <m:r>
                            <a:rPr kumimoji="1" lang="en-US" altLang="zh-CN" sz="1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kumimoji="1" lang="en-US" altLang="zh-CN" sz="1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zh-CN" sz="1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a:rPr kumimoji="1" lang="en-US" altLang="zh-CN" sz="1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𝑎𝑥</m:t>
                          </m:r>
                        </m:sup>
                      </m:sSubSup>
                    </m:oMath>
                  </m:oMathPara>
                </a14:m>
                <a:endParaRPr kumimoji="1" lang="zh-CN" altLang="en-US" sz="11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9E5094FF-94D5-77A2-D7BD-7B77B1ABD8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9746" y="2863804"/>
                <a:ext cx="326115" cy="169277"/>
              </a:xfrm>
              <a:prstGeom prst="rect">
                <a:avLst/>
              </a:prstGeom>
              <a:blipFill>
                <a:blip r:embed="rId3"/>
                <a:stretch>
                  <a:fillRect l="-15385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7479C4A2-D720-BFE7-6CD8-C15D48CFCAA8}"/>
                  </a:ext>
                </a:extLst>
              </p:cNvPr>
              <p:cNvSpPr txBox="1"/>
              <p:nvPr/>
            </p:nvSpPr>
            <p:spPr>
              <a:xfrm>
                <a:off x="6855187" y="2863804"/>
                <a:ext cx="326115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sz="11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sz="11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b>
                          <m:r>
                            <a:rPr kumimoji="1" lang="en-US" altLang="zh-CN" sz="11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kumimoji="1" lang="en-US" altLang="zh-CN" sz="11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zh-CN" sz="11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a:rPr kumimoji="1" lang="en-US" altLang="zh-CN" sz="11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𝑎𝑥</m:t>
                          </m:r>
                        </m:sup>
                      </m:sSubSup>
                    </m:oMath>
                  </m:oMathPara>
                </a14:m>
                <a:endParaRPr kumimoji="1" lang="zh-CN" altLang="en-US" sz="11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7479C4A2-D720-BFE7-6CD8-C15D48CFCA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5187" y="2863804"/>
                <a:ext cx="326115" cy="169277"/>
              </a:xfrm>
              <a:prstGeom prst="rect">
                <a:avLst/>
              </a:prstGeom>
              <a:blipFill>
                <a:blip r:embed="rId4"/>
                <a:stretch>
                  <a:fillRect l="-15385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5DECF15E-4896-AAD2-46B8-564416A0B2EA}"/>
                  </a:ext>
                </a:extLst>
              </p:cNvPr>
              <p:cNvSpPr txBox="1"/>
              <p:nvPr/>
            </p:nvSpPr>
            <p:spPr>
              <a:xfrm>
                <a:off x="3772421" y="914153"/>
                <a:ext cx="1151084" cy="2104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𝜅</m:t>
                          </m:r>
                        </m:e>
                        <m:sub>
                          <m:sSubSup>
                            <m:sSubSupPr>
                              <m:ctrlPr>
                                <a:rPr kumimoji="1" lang="en-US" altLang="zh-CN" sz="1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sz="1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b>
                              <m:r>
                                <a:rPr kumimoji="1" lang="en-US" altLang="zh-CN" sz="1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kumimoji="1" lang="en-US" altLang="zh-CN" sz="1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kumimoji="1" lang="en-US" altLang="zh-CN" sz="1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𝑀𝑎𝑥</m:t>
                              </m:r>
                            </m:sup>
                          </m:sSubSup>
                        </m:sub>
                      </m:sSub>
                      <m:r>
                        <a:rPr kumimoji="1" lang="en-US" altLang="zh-CN" sz="11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1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𝜅</m:t>
                          </m:r>
                          <m:r>
                            <a:rPr kumimoji="1" lang="en-US" altLang="zh-CN" sz="1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sz="1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kumimoji="1" lang="en-US" altLang="zh-CN" sz="1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1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kumimoji="1" lang="en-US" altLang="zh-CN" sz="1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sz="1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b>
                              <m:r>
                                <a:rPr kumimoji="1" lang="en-US" altLang="zh-CN" sz="1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kumimoji="1" lang="en-US" altLang="zh-CN" sz="1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kumimoji="1" lang="en-US" altLang="zh-CN" sz="1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𝑀𝑎𝑥</m:t>
                              </m:r>
                            </m:sup>
                          </m:sSubSup>
                        </m:sub>
                      </m:sSub>
                      <m:r>
                        <a:rPr kumimoji="1" lang="en-US" altLang="zh-CN" sz="11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11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5DECF15E-4896-AAD2-46B8-564416A0B2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2421" y="914153"/>
                <a:ext cx="1151084" cy="210442"/>
              </a:xfrm>
              <a:prstGeom prst="rect">
                <a:avLst/>
              </a:prstGeom>
              <a:blipFill>
                <a:blip r:embed="rId5"/>
                <a:stretch>
                  <a:fillRect l="-1099" t="-5882" r="-4396" b="-176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B41E8057-9130-5D32-ACED-DF0A9B4508C3}"/>
                  </a:ext>
                </a:extLst>
              </p:cNvPr>
              <p:cNvSpPr txBox="1"/>
              <p:nvPr/>
            </p:nvSpPr>
            <p:spPr>
              <a:xfrm>
                <a:off x="3794977" y="1651060"/>
                <a:ext cx="1151084" cy="2104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1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1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𝜅</m:t>
                          </m:r>
                        </m:e>
                        <m:sub>
                          <m:sSubSup>
                            <m:sSubSupPr>
                              <m:ctrlPr>
                                <a:rPr kumimoji="1" lang="en-US" altLang="zh-CN" sz="11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sz="11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b>
                              <m:r>
                                <a:rPr kumimoji="1" lang="en-US" altLang="zh-CN" sz="11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kumimoji="1" lang="en-US" altLang="zh-CN" sz="11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kumimoji="1" lang="en-US" altLang="zh-CN" sz="11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𝑀𝑎𝑥</m:t>
                              </m:r>
                            </m:sup>
                          </m:sSubSup>
                        </m:sub>
                      </m:sSub>
                      <m:r>
                        <a:rPr kumimoji="1" lang="en-US" altLang="zh-CN" sz="11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11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1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𝜅</m:t>
                          </m:r>
                          <m:r>
                            <a:rPr kumimoji="1" lang="en-US" altLang="zh-CN" sz="11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sz="11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kumimoji="1" lang="en-US" altLang="zh-CN" sz="11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11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kumimoji="1" lang="en-US" altLang="zh-CN" sz="11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sz="11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b>
                              <m:r>
                                <a:rPr kumimoji="1" lang="en-US" altLang="zh-CN" sz="11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kumimoji="1" lang="en-US" altLang="zh-CN" sz="11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kumimoji="1" lang="en-US" altLang="zh-CN" sz="11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𝑀𝑎𝑥</m:t>
                              </m:r>
                            </m:sup>
                          </m:sSubSup>
                        </m:sub>
                      </m:sSub>
                      <m:r>
                        <a:rPr kumimoji="1" lang="en-US" altLang="zh-CN" sz="11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11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B41E8057-9130-5D32-ACED-DF0A9B4508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4977" y="1651060"/>
                <a:ext cx="1151084" cy="210442"/>
              </a:xfrm>
              <a:prstGeom prst="rect">
                <a:avLst/>
              </a:prstGeom>
              <a:blipFill>
                <a:blip r:embed="rId6"/>
                <a:stretch>
                  <a:fillRect l="-1099" t="-5882" r="-3297" b="-176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右箭头 48">
            <a:extLst>
              <a:ext uri="{FF2B5EF4-FFF2-40B4-BE49-F238E27FC236}">
                <a16:creationId xmlns:a16="http://schemas.microsoft.com/office/drawing/2014/main" id="{29A34187-A434-B527-232C-B0917B8E74D0}"/>
              </a:ext>
            </a:extLst>
          </p:cNvPr>
          <p:cNvSpPr/>
          <p:nvPr/>
        </p:nvSpPr>
        <p:spPr>
          <a:xfrm>
            <a:off x="3861620" y="2427031"/>
            <a:ext cx="280218" cy="25146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1" name="任意形状 50">
            <a:extLst>
              <a:ext uri="{FF2B5EF4-FFF2-40B4-BE49-F238E27FC236}">
                <a16:creationId xmlns:a16="http://schemas.microsoft.com/office/drawing/2014/main" id="{BDEF9F22-3202-39D1-1F1F-89EE07B4A03A}"/>
              </a:ext>
            </a:extLst>
          </p:cNvPr>
          <p:cNvSpPr/>
          <p:nvPr/>
        </p:nvSpPr>
        <p:spPr>
          <a:xfrm>
            <a:off x="2291181" y="855323"/>
            <a:ext cx="638541" cy="2012359"/>
          </a:xfrm>
          <a:custGeom>
            <a:avLst/>
            <a:gdLst>
              <a:gd name="connsiteX0" fmla="*/ 675105 w 1531284"/>
              <a:gd name="connsiteY0" fmla="*/ 0 h 4153711"/>
              <a:gd name="connsiteX1" fmla="*/ 529190 w 1531284"/>
              <a:gd name="connsiteY1" fmla="*/ 301558 h 4153711"/>
              <a:gd name="connsiteX2" fmla="*/ 227632 w 1531284"/>
              <a:gd name="connsiteY2" fmla="*/ 447473 h 4153711"/>
              <a:gd name="connsiteX3" fmla="*/ 23352 w 1531284"/>
              <a:gd name="connsiteY3" fmla="*/ 632298 h 4153711"/>
              <a:gd name="connsiteX4" fmla="*/ 52535 w 1531284"/>
              <a:gd name="connsiteY4" fmla="*/ 817124 h 4153711"/>
              <a:gd name="connsiteX5" fmla="*/ 451369 w 1531284"/>
              <a:gd name="connsiteY5" fmla="*/ 914400 h 4153711"/>
              <a:gd name="connsiteX6" fmla="*/ 704288 w 1531284"/>
              <a:gd name="connsiteY6" fmla="*/ 1031132 h 4153711"/>
              <a:gd name="connsiteX7" fmla="*/ 782109 w 1531284"/>
              <a:gd name="connsiteY7" fmla="*/ 1186775 h 4153711"/>
              <a:gd name="connsiteX8" fmla="*/ 743198 w 1531284"/>
              <a:gd name="connsiteY8" fmla="*/ 1449422 h 4153711"/>
              <a:gd name="connsiteX9" fmla="*/ 587556 w 1531284"/>
              <a:gd name="connsiteY9" fmla="*/ 1750979 h 4153711"/>
              <a:gd name="connsiteX10" fmla="*/ 616739 w 1531284"/>
              <a:gd name="connsiteY10" fmla="*/ 1906622 h 4153711"/>
              <a:gd name="connsiteX11" fmla="*/ 723743 w 1531284"/>
              <a:gd name="connsiteY11" fmla="*/ 2033081 h 4153711"/>
              <a:gd name="connsiteX12" fmla="*/ 821020 w 1531284"/>
              <a:gd name="connsiteY12" fmla="*/ 2071992 h 4153711"/>
              <a:gd name="connsiteX13" fmla="*/ 1044756 w 1531284"/>
              <a:gd name="connsiteY13" fmla="*/ 2110902 h 4153711"/>
              <a:gd name="connsiteX14" fmla="*/ 1326858 w 1531284"/>
              <a:gd name="connsiteY14" fmla="*/ 2110902 h 4153711"/>
              <a:gd name="connsiteX15" fmla="*/ 1531139 w 1531284"/>
              <a:gd name="connsiteY15" fmla="*/ 2315183 h 4153711"/>
              <a:gd name="connsiteX16" fmla="*/ 1356041 w 1531284"/>
              <a:gd name="connsiteY16" fmla="*/ 2850205 h 4153711"/>
              <a:gd name="connsiteX17" fmla="*/ 1161488 w 1531284"/>
              <a:gd name="connsiteY17" fmla="*/ 3414409 h 4153711"/>
              <a:gd name="connsiteX18" fmla="*/ 1112849 w 1531284"/>
              <a:gd name="connsiteY18" fmla="*/ 4153711 h 4153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531284" h="4153711">
                <a:moveTo>
                  <a:pt x="675105" y="0"/>
                </a:moveTo>
                <a:cubicBezTo>
                  <a:pt x="639437" y="113489"/>
                  <a:pt x="603769" y="226979"/>
                  <a:pt x="529190" y="301558"/>
                </a:cubicBezTo>
                <a:cubicBezTo>
                  <a:pt x="454611" y="376137"/>
                  <a:pt x="311938" y="392350"/>
                  <a:pt x="227632" y="447473"/>
                </a:cubicBezTo>
                <a:cubicBezTo>
                  <a:pt x="143326" y="502596"/>
                  <a:pt x="52535" y="570690"/>
                  <a:pt x="23352" y="632298"/>
                </a:cubicBezTo>
                <a:cubicBezTo>
                  <a:pt x="-5831" y="693906"/>
                  <a:pt x="-18801" y="770107"/>
                  <a:pt x="52535" y="817124"/>
                </a:cubicBezTo>
                <a:cubicBezTo>
                  <a:pt x="123871" y="864141"/>
                  <a:pt x="342743" y="878732"/>
                  <a:pt x="451369" y="914400"/>
                </a:cubicBezTo>
                <a:cubicBezTo>
                  <a:pt x="559994" y="950068"/>
                  <a:pt x="649165" y="985736"/>
                  <a:pt x="704288" y="1031132"/>
                </a:cubicBezTo>
                <a:cubicBezTo>
                  <a:pt x="759411" y="1076528"/>
                  <a:pt x="775624" y="1117060"/>
                  <a:pt x="782109" y="1186775"/>
                </a:cubicBezTo>
                <a:cubicBezTo>
                  <a:pt x="788594" y="1256490"/>
                  <a:pt x="775623" y="1355388"/>
                  <a:pt x="743198" y="1449422"/>
                </a:cubicBezTo>
                <a:cubicBezTo>
                  <a:pt x="710773" y="1543456"/>
                  <a:pt x="608632" y="1674779"/>
                  <a:pt x="587556" y="1750979"/>
                </a:cubicBezTo>
                <a:cubicBezTo>
                  <a:pt x="566480" y="1827179"/>
                  <a:pt x="594041" y="1859605"/>
                  <a:pt x="616739" y="1906622"/>
                </a:cubicBezTo>
                <a:cubicBezTo>
                  <a:pt x="639437" y="1953639"/>
                  <a:pt x="689696" y="2005519"/>
                  <a:pt x="723743" y="2033081"/>
                </a:cubicBezTo>
                <a:cubicBezTo>
                  <a:pt x="757790" y="2060643"/>
                  <a:pt x="767518" y="2059022"/>
                  <a:pt x="821020" y="2071992"/>
                </a:cubicBezTo>
                <a:cubicBezTo>
                  <a:pt x="874522" y="2084962"/>
                  <a:pt x="960450" y="2104417"/>
                  <a:pt x="1044756" y="2110902"/>
                </a:cubicBezTo>
                <a:cubicBezTo>
                  <a:pt x="1129062" y="2117387"/>
                  <a:pt x="1245794" y="2076855"/>
                  <a:pt x="1326858" y="2110902"/>
                </a:cubicBezTo>
                <a:cubicBezTo>
                  <a:pt x="1407922" y="2144949"/>
                  <a:pt x="1526275" y="2191966"/>
                  <a:pt x="1531139" y="2315183"/>
                </a:cubicBezTo>
                <a:cubicBezTo>
                  <a:pt x="1536003" y="2438400"/>
                  <a:pt x="1417649" y="2667001"/>
                  <a:pt x="1356041" y="2850205"/>
                </a:cubicBezTo>
                <a:cubicBezTo>
                  <a:pt x="1294433" y="3033409"/>
                  <a:pt x="1202020" y="3197158"/>
                  <a:pt x="1161488" y="3414409"/>
                </a:cubicBezTo>
                <a:cubicBezTo>
                  <a:pt x="1120956" y="3631660"/>
                  <a:pt x="1116902" y="3892685"/>
                  <a:pt x="1112849" y="4153711"/>
                </a:cubicBezTo>
              </a:path>
            </a:pathLst>
          </a:custGeom>
          <a:noFill/>
          <a:ln w="38100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A9F40408-D17A-5825-CA2D-425D2D386D82}"/>
              </a:ext>
            </a:extLst>
          </p:cNvPr>
          <p:cNvSpPr/>
          <p:nvPr/>
        </p:nvSpPr>
        <p:spPr>
          <a:xfrm>
            <a:off x="2246648" y="1168840"/>
            <a:ext cx="89065" cy="8312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3" name="椭圆 52">
            <a:extLst>
              <a:ext uri="{FF2B5EF4-FFF2-40B4-BE49-F238E27FC236}">
                <a16:creationId xmlns:a16="http://schemas.microsoft.com/office/drawing/2014/main" id="{1112ED3F-7A22-5313-BEFA-9ED731E7FF40}"/>
              </a:ext>
            </a:extLst>
          </p:cNvPr>
          <p:cNvSpPr/>
          <p:nvPr/>
        </p:nvSpPr>
        <p:spPr>
          <a:xfrm>
            <a:off x="2565918" y="1351489"/>
            <a:ext cx="89065" cy="8312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6" name="右箭头 55">
            <a:extLst>
              <a:ext uri="{FF2B5EF4-FFF2-40B4-BE49-F238E27FC236}">
                <a16:creationId xmlns:a16="http://schemas.microsoft.com/office/drawing/2014/main" id="{528352DC-2B22-DC66-05C6-D1755979045F}"/>
              </a:ext>
            </a:extLst>
          </p:cNvPr>
          <p:cNvSpPr/>
          <p:nvPr/>
        </p:nvSpPr>
        <p:spPr>
          <a:xfrm rot="16200000">
            <a:off x="2889916" y="2579869"/>
            <a:ext cx="280218" cy="25146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D31DFA4D-409B-01EE-0450-4D91F063ABDF}"/>
                  </a:ext>
                </a:extLst>
              </p:cNvPr>
              <p:cNvSpPr txBox="1"/>
              <p:nvPr/>
            </p:nvSpPr>
            <p:spPr>
              <a:xfrm>
                <a:off x="451013" y="997607"/>
                <a:ext cx="4581426" cy="3218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kumimoji="1"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kumimoji="1" lang="en-US" altLang="zh-CN" sz="1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sz="1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b>
                              <m:r>
                                <a:rPr kumimoji="1" lang="en-US" altLang="zh-CN" sz="1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kumimoji="1" lang="en-US" altLang="zh-CN" sz="1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kumimoji="1" lang="en-US" altLang="zh-CN" sz="1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𝑀𝑎𝑥</m:t>
                              </m:r>
                            </m:sup>
                          </m:sSubSup>
                        </m:sub>
                      </m:sSub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D31DFA4D-409B-01EE-0450-4D91F063AB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013" y="997607"/>
                <a:ext cx="4581426" cy="32188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C69C5886-6491-27EC-89FF-2DA4F15512FA}"/>
                  </a:ext>
                </a:extLst>
              </p:cNvPr>
              <p:cNvSpPr txBox="1"/>
              <p:nvPr/>
            </p:nvSpPr>
            <p:spPr>
              <a:xfrm>
                <a:off x="421197" y="1383430"/>
                <a:ext cx="5114040" cy="3218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kumimoji="1" lang="en-US" altLang="zh-CN" sz="1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1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kumimoji="1" lang="en-US" altLang="zh-CN" sz="12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sz="12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b>
                              <m:r>
                                <a:rPr kumimoji="1" lang="en-US" altLang="zh-CN" sz="12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kumimoji="1" lang="en-US" altLang="zh-CN" sz="12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kumimoji="1" lang="en-US" altLang="zh-CN" sz="12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𝑀𝑎𝑥</m:t>
                              </m:r>
                            </m:sup>
                          </m:sSubSup>
                        </m:sub>
                      </m:sSub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C69C5886-6491-27EC-89FF-2DA4F15512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197" y="1383430"/>
                <a:ext cx="5114040" cy="32188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椭圆 64">
            <a:extLst>
              <a:ext uri="{FF2B5EF4-FFF2-40B4-BE49-F238E27FC236}">
                <a16:creationId xmlns:a16="http://schemas.microsoft.com/office/drawing/2014/main" id="{7D1AB98C-AC85-D377-EF32-A81186DCC108}"/>
              </a:ext>
            </a:extLst>
          </p:cNvPr>
          <p:cNvSpPr/>
          <p:nvPr/>
        </p:nvSpPr>
        <p:spPr>
          <a:xfrm>
            <a:off x="6924203" y="4614706"/>
            <a:ext cx="89065" cy="8312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6" name="椭圆 65">
            <a:extLst>
              <a:ext uri="{FF2B5EF4-FFF2-40B4-BE49-F238E27FC236}">
                <a16:creationId xmlns:a16="http://schemas.microsoft.com/office/drawing/2014/main" id="{40589ACD-B706-2AB2-5574-AD0B56FC88E2}"/>
              </a:ext>
            </a:extLst>
          </p:cNvPr>
          <p:cNvSpPr/>
          <p:nvPr/>
        </p:nvSpPr>
        <p:spPr>
          <a:xfrm>
            <a:off x="7444473" y="3553942"/>
            <a:ext cx="89065" cy="8312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2" name="任意形状 71">
            <a:extLst>
              <a:ext uri="{FF2B5EF4-FFF2-40B4-BE49-F238E27FC236}">
                <a16:creationId xmlns:a16="http://schemas.microsoft.com/office/drawing/2014/main" id="{419969BE-6338-93DA-5193-FCE0B0D3BA5D}"/>
              </a:ext>
            </a:extLst>
          </p:cNvPr>
          <p:cNvSpPr/>
          <p:nvPr/>
        </p:nvSpPr>
        <p:spPr>
          <a:xfrm>
            <a:off x="2380983" y="3553943"/>
            <a:ext cx="638541" cy="2012359"/>
          </a:xfrm>
          <a:custGeom>
            <a:avLst/>
            <a:gdLst>
              <a:gd name="connsiteX0" fmla="*/ 675105 w 1531284"/>
              <a:gd name="connsiteY0" fmla="*/ 0 h 4153711"/>
              <a:gd name="connsiteX1" fmla="*/ 529190 w 1531284"/>
              <a:gd name="connsiteY1" fmla="*/ 301558 h 4153711"/>
              <a:gd name="connsiteX2" fmla="*/ 227632 w 1531284"/>
              <a:gd name="connsiteY2" fmla="*/ 447473 h 4153711"/>
              <a:gd name="connsiteX3" fmla="*/ 23352 w 1531284"/>
              <a:gd name="connsiteY3" fmla="*/ 632298 h 4153711"/>
              <a:gd name="connsiteX4" fmla="*/ 52535 w 1531284"/>
              <a:gd name="connsiteY4" fmla="*/ 817124 h 4153711"/>
              <a:gd name="connsiteX5" fmla="*/ 451369 w 1531284"/>
              <a:gd name="connsiteY5" fmla="*/ 914400 h 4153711"/>
              <a:gd name="connsiteX6" fmla="*/ 704288 w 1531284"/>
              <a:gd name="connsiteY6" fmla="*/ 1031132 h 4153711"/>
              <a:gd name="connsiteX7" fmla="*/ 782109 w 1531284"/>
              <a:gd name="connsiteY7" fmla="*/ 1186775 h 4153711"/>
              <a:gd name="connsiteX8" fmla="*/ 743198 w 1531284"/>
              <a:gd name="connsiteY8" fmla="*/ 1449422 h 4153711"/>
              <a:gd name="connsiteX9" fmla="*/ 587556 w 1531284"/>
              <a:gd name="connsiteY9" fmla="*/ 1750979 h 4153711"/>
              <a:gd name="connsiteX10" fmla="*/ 616739 w 1531284"/>
              <a:gd name="connsiteY10" fmla="*/ 1906622 h 4153711"/>
              <a:gd name="connsiteX11" fmla="*/ 723743 w 1531284"/>
              <a:gd name="connsiteY11" fmla="*/ 2033081 h 4153711"/>
              <a:gd name="connsiteX12" fmla="*/ 821020 w 1531284"/>
              <a:gd name="connsiteY12" fmla="*/ 2071992 h 4153711"/>
              <a:gd name="connsiteX13" fmla="*/ 1044756 w 1531284"/>
              <a:gd name="connsiteY13" fmla="*/ 2110902 h 4153711"/>
              <a:gd name="connsiteX14" fmla="*/ 1326858 w 1531284"/>
              <a:gd name="connsiteY14" fmla="*/ 2110902 h 4153711"/>
              <a:gd name="connsiteX15" fmla="*/ 1531139 w 1531284"/>
              <a:gd name="connsiteY15" fmla="*/ 2315183 h 4153711"/>
              <a:gd name="connsiteX16" fmla="*/ 1356041 w 1531284"/>
              <a:gd name="connsiteY16" fmla="*/ 2850205 h 4153711"/>
              <a:gd name="connsiteX17" fmla="*/ 1161488 w 1531284"/>
              <a:gd name="connsiteY17" fmla="*/ 3414409 h 4153711"/>
              <a:gd name="connsiteX18" fmla="*/ 1112849 w 1531284"/>
              <a:gd name="connsiteY18" fmla="*/ 4153711 h 4153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531284" h="4153711">
                <a:moveTo>
                  <a:pt x="675105" y="0"/>
                </a:moveTo>
                <a:cubicBezTo>
                  <a:pt x="639437" y="113489"/>
                  <a:pt x="603769" y="226979"/>
                  <a:pt x="529190" y="301558"/>
                </a:cubicBezTo>
                <a:cubicBezTo>
                  <a:pt x="454611" y="376137"/>
                  <a:pt x="311938" y="392350"/>
                  <a:pt x="227632" y="447473"/>
                </a:cubicBezTo>
                <a:cubicBezTo>
                  <a:pt x="143326" y="502596"/>
                  <a:pt x="52535" y="570690"/>
                  <a:pt x="23352" y="632298"/>
                </a:cubicBezTo>
                <a:cubicBezTo>
                  <a:pt x="-5831" y="693906"/>
                  <a:pt x="-18801" y="770107"/>
                  <a:pt x="52535" y="817124"/>
                </a:cubicBezTo>
                <a:cubicBezTo>
                  <a:pt x="123871" y="864141"/>
                  <a:pt x="342743" y="878732"/>
                  <a:pt x="451369" y="914400"/>
                </a:cubicBezTo>
                <a:cubicBezTo>
                  <a:pt x="559994" y="950068"/>
                  <a:pt x="649165" y="985736"/>
                  <a:pt x="704288" y="1031132"/>
                </a:cubicBezTo>
                <a:cubicBezTo>
                  <a:pt x="759411" y="1076528"/>
                  <a:pt x="775624" y="1117060"/>
                  <a:pt x="782109" y="1186775"/>
                </a:cubicBezTo>
                <a:cubicBezTo>
                  <a:pt x="788594" y="1256490"/>
                  <a:pt x="775623" y="1355388"/>
                  <a:pt x="743198" y="1449422"/>
                </a:cubicBezTo>
                <a:cubicBezTo>
                  <a:pt x="710773" y="1543456"/>
                  <a:pt x="608632" y="1674779"/>
                  <a:pt x="587556" y="1750979"/>
                </a:cubicBezTo>
                <a:cubicBezTo>
                  <a:pt x="566480" y="1827179"/>
                  <a:pt x="594041" y="1859605"/>
                  <a:pt x="616739" y="1906622"/>
                </a:cubicBezTo>
                <a:cubicBezTo>
                  <a:pt x="639437" y="1953639"/>
                  <a:pt x="689696" y="2005519"/>
                  <a:pt x="723743" y="2033081"/>
                </a:cubicBezTo>
                <a:cubicBezTo>
                  <a:pt x="757790" y="2060643"/>
                  <a:pt x="767518" y="2059022"/>
                  <a:pt x="821020" y="2071992"/>
                </a:cubicBezTo>
                <a:cubicBezTo>
                  <a:pt x="874522" y="2084962"/>
                  <a:pt x="960450" y="2104417"/>
                  <a:pt x="1044756" y="2110902"/>
                </a:cubicBezTo>
                <a:cubicBezTo>
                  <a:pt x="1129062" y="2117387"/>
                  <a:pt x="1245794" y="2076855"/>
                  <a:pt x="1326858" y="2110902"/>
                </a:cubicBezTo>
                <a:cubicBezTo>
                  <a:pt x="1407922" y="2144949"/>
                  <a:pt x="1526275" y="2191966"/>
                  <a:pt x="1531139" y="2315183"/>
                </a:cubicBezTo>
                <a:cubicBezTo>
                  <a:pt x="1536003" y="2438400"/>
                  <a:pt x="1417649" y="2667001"/>
                  <a:pt x="1356041" y="2850205"/>
                </a:cubicBezTo>
                <a:cubicBezTo>
                  <a:pt x="1294433" y="3033409"/>
                  <a:pt x="1202020" y="3197158"/>
                  <a:pt x="1161488" y="3414409"/>
                </a:cubicBezTo>
                <a:cubicBezTo>
                  <a:pt x="1120956" y="3631660"/>
                  <a:pt x="1116902" y="3892685"/>
                  <a:pt x="1112849" y="4153711"/>
                </a:cubicBezTo>
              </a:path>
            </a:pathLst>
          </a:custGeom>
          <a:noFill/>
          <a:ln w="38100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76" name="右箭头 75">
            <a:extLst>
              <a:ext uri="{FF2B5EF4-FFF2-40B4-BE49-F238E27FC236}">
                <a16:creationId xmlns:a16="http://schemas.microsoft.com/office/drawing/2014/main" id="{8D982F9E-1E5C-1C89-B351-20BD9716963C}"/>
              </a:ext>
            </a:extLst>
          </p:cNvPr>
          <p:cNvSpPr/>
          <p:nvPr/>
        </p:nvSpPr>
        <p:spPr>
          <a:xfrm rot="16200000">
            <a:off x="2979718" y="5278489"/>
            <a:ext cx="280218" cy="25146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79" name="直线连接符 78">
            <a:extLst>
              <a:ext uri="{FF2B5EF4-FFF2-40B4-BE49-F238E27FC236}">
                <a16:creationId xmlns:a16="http://schemas.microsoft.com/office/drawing/2014/main" id="{AC263BF2-DA9B-C83D-B1CA-EE735108519D}"/>
              </a:ext>
            </a:extLst>
          </p:cNvPr>
          <p:cNvCxnSpPr>
            <a:cxnSpLocks/>
          </p:cNvCxnSpPr>
          <p:nvPr/>
        </p:nvCxnSpPr>
        <p:spPr>
          <a:xfrm>
            <a:off x="6681216" y="3520226"/>
            <a:ext cx="0" cy="2024105"/>
          </a:xfrm>
          <a:prstGeom prst="line">
            <a:avLst/>
          </a:prstGeom>
          <a:ln>
            <a:solidFill>
              <a:srgbClr val="00B0F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直线连接符 80">
            <a:extLst>
              <a:ext uri="{FF2B5EF4-FFF2-40B4-BE49-F238E27FC236}">
                <a16:creationId xmlns:a16="http://schemas.microsoft.com/office/drawing/2014/main" id="{D6AD8B33-F05E-1E52-A4AC-622CC79A8008}"/>
              </a:ext>
            </a:extLst>
          </p:cNvPr>
          <p:cNvCxnSpPr>
            <a:cxnSpLocks/>
          </p:cNvCxnSpPr>
          <p:nvPr/>
        </p:nvCxnSpPr>
        <p:spPr>
          <a:xfrm>
            <a:off x="7772509" y="3520226"/>
            <a:ext cx="0" cy="2024105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直线连接符 83">
            <a:extLst>
              <a:ext uri="{FF2B5EF4-FFF2-40B4-BE49-F238E27FC236}">
                <a16:creationId xmlns:a16="http://schemas.microsoft.com/office/drawing/2014/main" id="{56C5D557-4BCA-1666-C546-1F96C895E820}"/>
              </a:ext>
            </a:extLst>
          </p:cNvPr>
          <p:cNvCxnSpPr>
            <a:cxnSpLocks/>
          </p:cNvCxnSpPr>
          <p:nvPr/>
        </p:nvCxnSpPr>
        <p:spPr>
          <a:xfrm>
            <a:off x="7227130" y="3520226"/>
            <a:ext cx="0" cy="2024105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1049186F-5BC1-C4B9-0A15-1AAF031868DA}"/>
                  </a:ext>
                </a:extLst>
              </p:cNvPr>
              <p:cNvSpPr txBox="1"/>
              <p:nvPr/>
            </p:nvSpPr>
            <p:spPr>
              <a:xfrm>
                <a:off x="6547602" y="5583354"/>
                <a:ext cx="331373" cy="1884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sz="1100" i="1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sz="1100" i="1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b>
                          <m:r>
                            <a:rPr kumimoji="1" lang="en-US" altLang="zh-CN" sz="1100" i="1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kumimoji="1" lang="en-US" altLang="zh-CN" sz="1100" i="1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zh-CN" sz="1100" i="1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prox</m:t>
                          </m:r>
                        </m:sup>
                      </m:sSubSup>
                    </m:oMath>
                  </m:oMathPara>
                </a14:m>
                <a:endParaRPr kumimoji="1" lang="zh-CN" altLang="en-US" sz="11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1049186F-5BC1-C4B9-0A15-1AAF031868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7602" y="5583354"/>
                <a:ext cx="331373" cy="188450"/>
              </a:xfrm>
              <a:prstGeom prst="rect">
                <a:avLst/>
              </a:prstGeom>
              <a:blipFill>
                <a:blip r:embed="rId9"/>
                <a:stretch>
                  <a:fillRect l="-11111" r="-3704" b="-187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EBDBAABD-7DF5-8AD6-E61E-179FE42AC13B}"/>
                  </a:ext>
                </a:extLst>
              </p:cNvPr>
              <p:cNvSpPr txBox="1"/>
              <p:nvPr/>
            </p:nvSpPr>
            <p:spPr>
              <a:xfrm>
                <a:off x="7621555" y="5581515"/>
                <a:ext cx="289695" cy="1805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sz="1100" i="1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sz="1100" i="1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b>
                          <m:r>
                            <a:rPr kumimoji="1" lang="en-US" altLang="zh-CN" sz="1100" i="1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kumimoji="1" lang="en-US" altLang="zh-CN" sz="1100" i="1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zh-CN" sz="1100" i="1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dist</m:t>
                          </m:r>
                        </m:sup>
                      </m:sSubSup>
                    </m:oMath>
                  </m:oMathPara>
                </a14:m>
                <a:endParaRPr kumimoji="1" lang="zh-CN" altLang="en-US" sz="1100" dirty="0">
                  <a:solidFill>
                    <a:srgbClr val="92D050"/>
                  </a:solidFill>
                </a:endParaRPr>
              </a:p>
            </p:txBody>
          </p:sp>
        </mc:Choice>
        <mc:Fallback xmlns=""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EBDBAABD-7DF5-8AD6-E61E-179FE42AC1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1555" y="5581515"/>
                <a:ext cx="289695" cy="180562"/>
              </a:xfrm>
              <a:prstGeom prst="rect">
                <a:avLst/>
              </a:prstGeom>
              <a:blipFill>
                <a:blip r:embed="rId10"/>
                <a:stretch>
                  <a:fillRect l="-1250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D1E79D5A-663D-10E7-A4E8-DEE3234BBDA0}"/>
                  </a:ext>
                </a:extLst>
              </p:cNvPr>
              <p:cNvSpPr txBox="1"/>
              <p:nvPr/>
            </p:nvSpPr>
            <p:spPr>
              <a:xfrm>
                <a:off x="7095864" y="5654321"/>
                <a:ext cx="350481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100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b>
                          <m:r>
                            <a:rPr kumimoji="1" lang="en-US" altLang="zh-CN" sz="1100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kumimoji="1" lang="en-US" altLang="zh-CN" sz="11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zh-CN" sz="1100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kumimoji="1" lang="en-US" altLang="zh-CN" sz="11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1100" dirty="0"/>
              </a:p>
            </p:txBody>
          </p:sp>
        </mc:Choice>
        <mc:Fallback xmlns="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D1E79D5A-663D-10E7-A4E8-DEE3234BBD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5864" y="5654321"/>
                <a:ext cx="350481" cy="169277"/>
              </a:xfrm>
              <a:prstGeom prst="rect">
                <a:avLst/>
              </a:prstGeom>
              <a:blipFill>
                <a:blip r:embed="rId11"/>
                <a:stretch>
                  <a:fillRect l="-10345" r="-3448"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矩形 89">
            <a:extLst>
              <a:ext uri="{FF2B5EF4-FFF2-40B4-BE49-F238E27FC236}">
                <a16:creationId xmlns:a16="http://schemas.microsoft.com/office/drawing/2014/main" id="{A442D26D-98A8-BAD5-9377-A138CAE8D689}"/>
              </a:ext>
            </a:extLst>
          </p:cNvPr>
          <p:cNvSpPr/>
          <p:nvPr/>
        </p:nvSpPr>
        <p:spPr>
          <a:xfrm>
            <a:off x="6697087" y="3527712"/>
            <a:ext cx="508413" cy="1983287"/>
          </a:xfrm>
          <a:prstGeom prst="rect">
            <a:avLst/>
          </a:prstGeom>
          <a:solidFill>
            <a:srgbClr val="FFC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E2C19C50-4D49-6F03-D0A9-3D25A6631E82}"/>
              </a:ext>
            </a:extLst>
          </p:cNvPr>
          <p:cNvSpPr txBox="1"/>
          <p:nvPr/>
        </p:nvSpPr>
        <p:spPr>
          <a:xfrm>
            <a:off x="6763376" y="5079775"/>
            <a:ext cx="5029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B2</a:t>
            </a:r>
            <a:endParaRPr kumimoji="1" lang="zh-CN" altLang="en-US" sz="1400" dirty="0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A3A1EC65-5011-4629-EB60-7D4C9E6FC245}"/>
              </a:ext>
            </a:extLst>
          </p:cNvPr>
          <p:cNvSpPr/>
          <p:nvPr/>
        </p:nvSpPr>
        <p:spPr>
          <a:xfrm>
            <a:off x="7242465" y="3527712"/>
            <a:ext cx="508413" cy="1983287"/>
          </a:xfrm>
          <a:prstGeom prst="rect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E1BBAD4E-E982-EF59-F4B4-F53B4FAC942C}"/>
              </a:ext>
            </a:extLst>
          </p:cNvPr>
          <p:cNvSpPr txBox="1"/>
          <p:nvPr/>
        </p:nvSpPr>
        <p:spPr>
          <a:xfrm>
            <a:off x="7315862" y="5079775"/>
            <a:ext cx="5029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B1</a:t>
            </a:r>
            <a:endParaRPr kumimoji="1" lang="zh-CN" altLang="en-US" sz="1400" dirty="0"/>
          </a:p>
        </p:txBody>
      </p:sp>
      <p:sp>
        <p:nvSpPr>
          <p:cNvPr id="99" name="任意形状 98">
            <a:extLst>
              <a:ext uri="{FF2B5EF4-FFF2-40B4-BE49-F238E27FC236}">
                <a16:creationId xmlns:a16="http://schemas.microsoft.com/office/drawing/2014/main" id="{FA537254-411F-7D21-458D-250553AE4FA3}"/>
              </a:ext>
            </a:extLst>
          </p:cNvPr>
          <p:cNvSpPr/>
          <p:nvPr/>
        </p:nvSpPr>
        <p:spPr>
          <a:xfrm>
            <a:off x="2569698" y="3990536"/>
            <a:ext cx="135988" cy="276665"/>
          </a:xfrm>
          <a:custGeom>
            <a:avLst/>
            <a:gdLst>
              <a:gd name="connsiteX0" fmla="*/ 0 w 135988"/>
              <a:gd name="connsiteY0" fmla="*/ 0 h 276665"/>
              <a:gd name="connsiteX1" fmla="*/ 107853 w 135988"/>
              <a:gd name="connsiteY1" fmla="*/ 65650 h 276665"/>
              <a:gd name="connsiteX2" fmla="*/ 135988 w 135988"/>
              <a:gd name="connsiteY2" fmla="*/ 178191 h 276665"/>
              <a:gd name="connsiteX3" fmla="*/ 107853 w 135988"/>
              <a:gd name="connsiteY3" fmla="*/ 276665 h 276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5988" h="276665">
                <a:moveTo>
                  <a:pt x="0" y="0"/>
                </a:moveTo>
                <a:cubicBezTo>
                  <a:pt x="42594" y="17976"/>
                  <a:pt x="85188" y="35952"/>
                  <a:pt x="107853" y="65650"/>
                </a:cubicBezTo>
                <a:cubicBezTo>
                  <a:pt x="130518" y="95348"/>
                  <a:pt x="135988" y="143022"/>
                  <a:pt x="135988" y="178191"/>
                </a:cubicBezTo>
                <a:cubicBezTo>
                  <a:pt x="135988" y="213360"/>
                  <a:pt x="121920" y="245012"/>
                  <a:pt x="107853" y="276665"/>
                </a:cubicBezTo>
              </a:path>
            </a:pathLst>
          </a:custGeom>
          <a:noFill/>
          <a:ln w="444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0" name="任意形状 99">
            <a:extLst>
              <a:ext uri="{FF2B5EF4-FFF2-40B4-BE49-F238E27FC236}">
                <a16:creationId xmlns:a16="http://schemas.microsoft.com/office/drawing/2014/main" id="{970D7F31-C51E-2F48-B75F-5522553C4223}"/>
              </a:ext>
            </a:extLst>
          </p:cNvPr>
          <p:cNvSpPr/>
          <p:nvPr/>
        </p:nvSpPr>
        <p:spPr>
          <a:xfrm>
            <a:off x="2377430" y="3746695"/>
            <a:ext cx="173513" cy="237416"/>
          </a:xfrm>
          <a:custGeom>
            <a:avLst/>
            <a:gdLst>
              <a:gd name="connsiteX0" fmla="*/ 135999 w 173513"/>
              <a:gd name="connsiteY0" fmla="*/ 0 h 237416"/>
              <a:gd name="connsiteX1" fmla="*/ 60971 w 173513"/>
              <a:gd name="connsiteY1" fmla="*/ 56271 h 237416"/>
              <a:gd name="connsiteX2" fmla="*/ 11 w 173513"/>
              <a:gd name="connsiteY2" fmla="*/ 135988 h 237416"/>
              <a:gd name="connsiteX3" fmla="*/ 65660 w 173513"/>
              <a:gd name="connsiteY3" fmla="*/ 225083 h 237416"/>
              <a:gd name="connsiteX4" fmla="*/ 173513 w 173513"/>
              <a:gd name="connsiteY4" fmla="*/ 234462 h 237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3513" h="237416">
                <a:moveTo>
                  <a:pt x="135999" y="0"/>
                </a:moveTo>
                <a:cubicBezTo>
                  <a:pt x="109817" y="16803"/>
                  <a:pt x="83636" y="33606"/>
                  <a:pt x="60971" y="56271"/>
                </a:cubicBezTo>
                <a:cubicBezTo>
                  <a:pt x="38306" y="78936"/>
                  <a:pt x="-770" y="107853"/>
                  <a:pt x="11" y="135988"/>
                </a:cubicBezTo>
                <a:cubicBezTo>
                  <a:pt x="792" y="164123"/>
                  <a:pt x="36743" y="208671"/>
                  <a:pt x="65660" y="225083"/>
                </a:cubicBezTo>
                <a:cubicBezTo>
                  <a:pt x="94577" y="241495"/>
                  <a:pt x="134045" y="237978"/>
                  <a:pt x="173513" y="234462"/>
                </a:cubicBezTo>
              </a:path>
            </a:pathLst>
          </a:cu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4" name="椭圆 73">
            <a:extLst>
              <a:ext uri="{FF2B5EF4-FFF2-40B4-BE49-F238E27FC236}">
                <a16:creationId xmlns:a16="http://schemas.microsoft.com/office/drawing/2014/main" id="{CAD5A3C1-25AD-E700-F5E6-8B3D7E36EE14}"/>
              </a:ext>
            </a:extLst>
          </p:cNvPr>
          <p:cNvSpPr/>
          <p:nvPr/>
        </p:nvSpPr>
        <p:spPr>
          <a:xfrm>
            <a:off x="2476853" y="3715060"/>
            <a:ext cx="89065" cy="83128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5" name="椭圆 74">
            <a:extLst>
              <a:ext uri="{FF2B5EF4-FFF2-40B4-BE49-F238E27FC236}">
                <a16:creationId xmlns:a16="http://schemas.microsoft.com/office/drawing/2014/main" id="{EB1572BF-C072-263F-F262-AEC70F3A40F1}"/>
              </a:ext>
            </a:extLst>
          </p:cNvPr>
          <p:cNvSpPr/>
          <p:nvPr/>
        </p:nvSpPr>
        <p:spPr>
          <a:xfrm>
            <a:off x="2521385" y="3945415"/>
            <a:ext cx="89065" cy="8312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8" name="椭圆 97">
            <a:extLst>
              <a:ext uri="{FF2B5EF4-FFF2-40B4-BE49-F238E27FC236}">
                <a16:creationId xmlns:a16="http://schemas.microsoft.com/office/drawing/2014/main" id="{6B2B247E-E75B-C2EF-1392-0C1692F79B95}"/>
              </a:ext>
            </a:extLst>
          </p:cNvPr>
          <p:cNvSpPr/>
          <p:nvPr/>
        </p:nvSpPr>
        <p:spPr>
          <a:xfrm>
            <a:off x="2635126" y="4231742"/>
            <a:ext cx="89065" cy="8312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文本框 100">
                <a:extLst>
                  <a:ext uri="{FF2B5EF4-FFF2-40B4-BE49-F238E27FC236}">
                    <a16:creationId xmlns:a16="http://schemas.microsoft.com/office/drawing/2014/main" id="{F277243E-F16E-39F2-7623-1AB1D611E2FE}"/>
                  </a:ext>
                </a:extLst>
              </p:cNvPr>
              <p:cNvSpPr txBox="1"/>
              <p:nvPr/>
            </p:nvSpPr>
            <p:spPr>
              <a:xfrm>
                <a:off x="1789505" y="3424813"/>
                <a:ext cx="941050" cy="3312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i="1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1" i="1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kumimoji="1" lang="en-US" altLang="zh-CN" sz="1200" i="1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1200" i="1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kumimoji="1" lang="en-US" altLang="zh-CN" sz="1200" i="1">
                                  <a:solidFill>
                                    <a:srgbClr val="92D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sz="1200" i="1">
                                  <a:solidFill>
                                    <a:srgbClr val="92D05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b>
                              <m:r>
                                <a:rPr kumimoji="1" lang="en-US" altLang="zh-CN" sz="1200" i="1">
                                  <a:solidFill>
                                    <a:srgbClr val="92D05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kumimoji="1" lang="en-US" altLang="zh-CN" sz="1200" i="1">
                                  <a:solidFill>
                                    <a:srgbClr val="92D05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kumimoji="1" lang="en-US" altLang="zh-CN" sz="1200" i="1">
                                  <a:solidFill>
                                    <a:srgbClr val="92D050"/>
                                  </a:solidFill>
                                  <a:latin typeface="Cambria Math" panose="02040503050406030204" pitchFamily="18" charset="0"/>
                                </a:rPr>
                                <m:t>𝑝𝑟𝑜𝑥</m:t>
                              </m:r>
                            </m:sup>
                          </m:sSubSup>
                        </m:sub>
                      </m:sSub>
                    </m:oMath>
                  </m:oMathPara>
                </a14:m>
                <a:endParaRPr lang="zh-CN" altLang="en-US" sz="1200" dirty="0">
                  <a:solidFill>
                    <a:srgbClr val="92D050"/>
                  </a:solidFill>
                </a:endParaRPr>
              </a:p>
            </p:txBody>
          </p:sp>
        </mc:Choice>
        <mc:Fallback xmlns="">
          <p:sp>
            <p:nvSpPr>
              <p:cNvPr id="101" name="文本框 100">
                <a:extLst>
                  <a:ext uri="{FF2B5EF4-FFF2-40B4-BE49-F238E27FC236}">
                    <a16:creationId xmlns:a16="http://schemas.microsoft.com/office/drawing/2014/main" id="{F277243E-F16E-39F2-7623-1AB1D611E2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9505" y="3424813"/>
                <a:ext cx="941050" cy="33124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文本框 101">
                <a:extLst>
                  <a:ext uri="{FF2B5EF4-FFF2-40B4-BE49-F238E27FC236}">
                    <a16:creationId xmlns:a16="http://schemas.microsoft.com/office/drawing/2014/main" id="{7CCE6B6D-4EB2-8999-D71B-2EFE6EA7FABD}"/>
                  </a:ext>
                </a:extLst>
              </p:cNvPr>
              <p:cNvSpPr txBox="1"/>
              <p:nvPr/>
            </p:nvSpPr>
            <p:spPr>
              <a:xfrm>
                <a:off x="2539972" y="4188110"/>
                <a:ext cx="941050" cy="3312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1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kumimoji="1" lang="en-US" altLang="zh-CN" sz="12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12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kumimoji="1" lang="en-US" altLang="zh-CN" sz="12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sz="12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b>
                              <m:r>
                                <a:rPr kumimoji="1" lang="en-US" altLang="zh-CN" sz="12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kumimoji="1" lang="en-US" altLang="zh-CN" sz="12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kumimoji="1" lang="en-US" altLang="zh-CN" sz="12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𝑑𝑖𝑠𝑡</m:t>
                              </m:r>
                            </m:sup>
                          </m:sSubSup>
                        </m:sub>
                      </m:sSub>
                    </m:oMath>
                  </m:oMathPara>
                </a14:m>
                <a:endParaRPr lang="zh-CN" altLang="en-US" sz="12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02" name="文本框 101">
                <a:extLst>
                  <a:ext uri="{FF2B5EF4-FFF2-40B4-BE49-F238E27FC236}">
                    <a16:creationId xmlns:a16="http://schemas.microsoft.com/office/drawing/2014/main" id="{7CCE6B6D-4EB2-8999-D71B-2EFE6EA7FA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9972" y="4188110"/>
                <a:ext cx="941050" cy="33124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文本框 102">
                <a:extLst>
                  <a:ext uri="{FF2B5EF4-FFF2-40B4-BE49-F238E27FC236}">
                    <a16:creationId xmlns:a16="http://schemas.microsoft.com/office/drawing/2014/main" id="{18156A71-9758-7029-AFB1-E0A17A6996BB}"/>
                  </a:ext>
                </a:extLst>
              </p:cNvPr>
              <p:cNvSpPr txBox="1"/>
              <p:nvPr/>
            </p:nvSpPr>
            <p:spPr>
              <a:xfrm>
                <a:off x="2433768" y="3727965"/>
                <a:ext cx="941050" cy="3002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kumimoji="1" lang="en-US" altLang="zh-CN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b>
                              <m:r>
                                <a:rPr kumimoji="1" lang="en-US" altLang="zh-CN" sz="12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kumimoji="1" lang="en-US" altLang="zh-CN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kumimoji="1" lang="en-US" altLang="zh-CN" sz="12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kumimoji="1" lang="en-US" altLang="zh-CN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03" name="文本框 102">
                <a:extLst>
                  <a:ext uri="{FF2B5EF4-FFF2-40B4-BE49-F238E27FC236}">
                    <a16:creationId xmlns:a16="http://schemas.microsoft.com/office/drawing/2014/main" id="{18156A71-9758-7029-AFB1-E0A17A6996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3768" y="3727965"/>
                <a:ext cx="941050" cy="3002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" name="文本框 103">
            <a:extLst>
              <a:ext uri="{FF2B5EF4-FFF2-40B4-BE49-F238E27FC236}">
                <a16:creationId xmlns:a16="http://schemas.microsoft.com/office/drawing/2014/main" id="{0A11FB48-41A6-CDCA-8FE0-8451FF3FA698}"/>
              </a:ext>
            </a:extLst>
          </p:cNvPr>
          <p:cNvSpPr txBox="1"/>
          <p:nvPr/>
        </p:nvSpPr>
        <p:spPr>
          <a:xfrm>
            <a:off x="2012990" y="3821676"/>
            <a:ext cx="5029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FF0000"/>
                </a:solidFill>
              </a:rPr>
              <a:t>B1</a:t>
            </a:r>
            <a:endParaRPr kumimoji="1"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798B9B69-0BB7-AA96-10CE-7C4836D995C4}"/>
              </a:ext>
            </a:extLst>
          </p:cNvPr>
          <p:cNvSpPr txBox="1"/>
          <p:nvPr/>
        </p:nvSpPr>
        <p:spPr>
          <a:xfrm>
            <a:off x="2727807" y="4003417"/>
            <a:ext cx="5029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FFC000"/>
                </a:solidFill>
              </a:rPr>
              <a:t>B2</a:t>
            </a:r>
            <a:endParaRPr kumimoji="1" lang="zh-CN" altLang="en-US" sz="1400" dirty="0">
              <a:solidFill>
                <a:srgbClr val="FFC000"/>
              </a:solidFill>
            </a:endParaRPr>
          </a:p>
        </p:txBody>
      </p:sp>
      <p:sp>
        <p:nvSpPr>
          <p:cNvPr id="106" name="右箭头 105">
            <a:extLst>
              <a:ext uri="{FF2B5EF4-FFF2-40B4-BE49-F238E27FC236}">
                <a16:creationId xmlns:a16="http://schemas.microsoft.com/office/drawing/2014/main" id="{18CB2BAF-2055-54D8-65A0-CF7AC91E228E}"/>
              </a:ext>
            </a:extLst>
          </p:cNvPr>
          <p:cNvSpPr/>
          <p:nvPr/>
        </p:nvSpPr>
        <p:spPr>
          <a:xfrm>
            <a:off x="3858672" y="5107930"/>
            <a:ext cx="280218" cy="25146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106715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627C230-32E6-3CEF-7CBF-B4DBC7DA1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8429473-4436-FF8B-F721-7CB77F62D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4ACF1-8115-4F2A-BC52-125D9799F304}" type="slidenum">
              <a:rPr lang="zh-CN" altLang="en-US" smtClean="0"/>
              <a:t>12</a:t>
            </a:fld>
            <a:endParaRPr lang="zh-CN" altLang="en-US"/>
          </a:p>
        </p:txBody>
      </p:sp>
      <p:pic>
        <p:nvPicPr>
          <p:cNvPr id="20" name="图片 19" descr="图表, 折线图&#10;&#10;AI 生成的内容可能不正确。">
            <a:extLst>
              <a:ext uri="{FF2B5EF4-FFF2-40B4-BE49-F238E27FC236}">
                <a16:creationId xmlns:a16="http://schemas.microsoft.com/office/drawing/2014/main" id="{D7592DC1-662F-6B1F-F5AD-0071399530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2808" y="1448430"/>
            <a:ext cx="5434080" cy="2704425"/>
          </a:xfrm>
          <a:prstGeom prst="rect">
            <a:avLst/>
          </a:prstGeom>
        </p:spPr>
      </p:pic>
      <p:sp>
        <p:nvSpPr>
          <p:cNvPr id="66" name="椭圆 65">
            <a:extLst>
              <a:ext uri="{FF2B5EF4-FFF2-40B4-BE49-F238E27FC236}">
                <a16:creationId xmlns:a16="http://schemas.microsoft.com/office/drawing/2014/main" id="{C1DC3A1B-513B-6B6B-1E5F-B4F13456E933}"/>
              </a:ext>
            </a:extLst>
          </p:cNvPr>
          <p:cNvSpPr/>
          <p:nvPr/>
        </p:nvSpPr>
        <p:spPr>
          <a:xfrm>
            <a:off x="9265853" y="1739877"/>
            <a:ext cx="89065" cy="8312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42EFFDD5-CD26-4B22-5EF3-634AE2F587CC}"/>
              </a:ext>
            </a:extLst>
          </p:cNvPr>
          <p:cNvSpPr/>
          <p:nvPr/>
        </p:nvSpPr>
        <p:spPr>
          <a:xfrm>
            <a:off x="9063845" y="1713647"/>
            <a:ext cx="508413" cy="1983287"/>
          </a:xfrm>
          <a:prstGeom prst="rect">
            <a:avLst/>
          </a:prstGeom>
          <a:solidFill>
            <a:srgbClr val="FF0000">
              <a:alpha val="1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1C8AB181-419F-BEB9-D211-33B44C46D8A6}"/>
              </a:ext>
            </a:extLst>
          </p:cNvPr>
          <p:cNvSpPr txBox="1"/>
          <p:nvPr/>
        </p:nvSpPr>
        <p:spPr>
          <a:xfrm>
            <a:off x="9137242" y="3265710"/>
            <a:ext cx="5029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B1</a:t>
            </a:r>
            <a:endParaRPr kumimoji="1" lang="zh-CN" altLang="en-US" sz="1400" dirty="0"/>
          </a:p>
        </p:txBody>
      </p:sp>
      <p:pic>
        <p:nvPicPr>
          <p:cNvPr id="11" name="图片 10" descr="形状&#10;&#10;AI 生成的内容可能不正确。">
            <a:extLst>
              <a:ext uri="{FF2B5EF4-FFF2-40B4-BE49-F238E27FC236}">
                <a16:creationId xmlns:a16="http://schemas.microsoft.com/office/drawing/2014/main" id="{E768E383-33E1-A87D-FB5B-C698322B1C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1840" y="2705289"/>
            <a:ext cx="843264" cy="1373768"/>
          </a:xfrm>
          <a:prstGeom prst="rect">
            <a:avLst/>
          </a:prstGeom>
        </p:spPr>
      </p:pic>
      <p:pic>
        <p:nvPicPr>
          <p:cNvPr id="9" name="图片 8" descr="图片包含 玩具, 风筝, 飞行, 华美&#10;&#10;AI 生成的内容可能不正确。">
            <a:extLst>
              <a:ext uri="{FF2B5EF4-FFF2-40B4-BE49-F238E27FC236}">
                <a16:creationId xmlns:a16="http://schemas.microsoft.com/office/drawing/2014/main" id="{26DFDB05-8518-4EFA-B12E-56E7FFF9BF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1841" y="1680776"/>
            <a:ext cx="1723065" cy="1596214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AA504B6A-E932-B534-E0F4-396E695FD1E6}"/>
              </a:ext>
            </a:extLst>
          </p:cNvPr>
          <p:cNvSpPr/>
          <p:nvPr/>
        </p:nvSpPr>
        <p:spPr>
          <a:xfrm>
            <a:off x="2757936" y="2867298"/>
            <a:ext cx="215537" cy="241663"/>
          </a:xfrm>
          <a:prstGeom prst="rect">
            <a:avLst/>
          </a:prstGeom>
          <a:noFill/>
          <a:ln w="222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C56618C3-6443-3786-9F6F-FD2EC2BE8CFC}"/>
              </a:ext>
            </a:extLst>
          </p:cNvPr>
          <p:cNvCxnSpPr>
            <a:cxnSpLocks/>
          </p:cNvCxnSpPr>
          <p:nvPr/>
        </p:nvCxnSpPr>
        <p:spPr>
          <a:xfrm flipV="1">
            <a:off x="2975811" y="1664369"/>
            <a:ext cx="304800" cy="12071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D54990E3-2304-DD7B-EDB0-AD21EB5E2EFF}"/>
              </a:ext>
            </a:extLst>
          </p:cNvPr>
          <p:cNvCxnSpPr>
            <a:cxnSpLocks/>
          </p:cNvCxnSpPr>
          <p:nvPr/>
        </p:nvCxnSpPr>
        <p:spPr>
          <a:xfrm>
            <a:off x="2971801" y="3112168"/>
            <a:ext cx="296779" cy="1804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DFE82308-5A14-12EC-225E-E61289698840}"/>
                  </a:ext>
                </a:extLst>
              </p:cNvPr>
              <p:cNvSpPr txBox="1"/>
              <p:nvPr/>
            </p:nvSpPr>
            <p:spPr>
              <a:xfrm>
                <a:off x="3482770" y="2317942"/>
                <a:ext cx="756187" cy="3218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kumimoji="1"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kumimoji="1" lang="en-US" altLang="zh-CN" sz="1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sz="1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b>
                              <m:r>
                                <a:rPr kumimoji="1" lang="en-US" altLang="zh-CN" sz="1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kumimoji="1" lang="en-US" altLang="zh-CN" sz="1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kumimoji="1" lang="en-US" altLang="zh-CN" sz="1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𝑀𝑎𝑥</m:t>
                              </m:r>
                            </m:sup>
                          </m:sSubSup>
                        </m:sub>
                      </m:sSub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DFE82308-5A14-12EC-225E-E612896988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2770" y="2317942"/>
                <a:ext cx="756187" cy="3218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线连接符 23">
            <a:extLst>
              <a:ext uri="{FF2B5EF4-FFF2-40B4-BE49-F238E27FC236}">
                <a16:creationId xmlns:a16="http://schemas.microsoft.com/office/drawing/2014/main" id="{10DAE640-5BC8-C518-E771-25FA36351B89}"/>
              </a:ext>
            </a:extLst>
          </p:cNvPr>
          <p:cNvCxnSpPr>
            <a:cxnSpLocks/>
          </p:cNvCxnSpPr>
          <p:nvPr/>
        </p:nvCxnSpPr>
        <p:spPr>
          <a:xfrm flipH="1">
            <a:off x="5570763" y="1799933"/>
            <a:ext cx="3716583" cy="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E034D53D-38E8-C430-7E42-8B717B62ED47}"/>
                  </a:ext>
                </a:extLst>
              </p:cNvPr>
              <p:cNvSpPr txBox="1"/>
              <p:nvPr/>
            </p:nvSpPr>
            <p:spPr>
              <a:xfrm>
                <a:off x="5570761" y="1823005"/>
                <a:ext cx="1151084" cy="2104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𝜅</m:t>
                          </m:r>
                        </m:e>
                        <m:sub>
                          <m:sSubSup>
                            <m:sSubSupPr>
                              <m:ctrlPr>
                                <a:rPr kumimoji="1" lang="en-US" altLang="zh-CN" sz="1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sz="1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b>
                              <m:r>
                                <a:rPr kumimoji="1" lang="en-US" altLang="zh-CN" sz="1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kumimoji="1" lang="en-US" altLang="zh-CN" sz="1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kumimoji="1" lang="en-US" altLang="zh-CN" sz="1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𝑀𝑎𝑥</m:t>
                              </m:r>
                            </m:sup>
                          </m:sSubSup>
                        </m:sub>
                      </m:sSub>
                      <m:r>
                        <a:rPr kumimoji="1" lang="en-US" altLang="zh-CN" sz="11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1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𝜅</m:t>
                          </m:r>
                          <m:r>
                            <a:rPr kumimoji="1" lang="en-US" altLang="zh-CN" sz="1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sz="1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kumimoji="1" lang="en-US" altLang="zh-CN" sz="1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1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kumimoji="1" lang="en-US" altLang="zh-CN" sz="1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sz="1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b>
                              <m:r>
                                <a:rPr kumimoji="1" lang="en-US" altLang="zh-CN" sz="1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kumimoji="1" lang="en-US" altLang="zh-CN" sz="1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kumimoji="1" lang="en-US" altLang="zh-CN" sz="1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𝑀𝑎𝑥</m:t>
                              </m:r>
                            </m:sup>
                          </m:sSubSup>
                        </m:sub>
                      </m:sSub>
                      <m:r>
                        <a:rPr kumimoji="1" lang="en-US" altLang="zh-CN" sz="11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11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E034D53D-38E8-C430-7E42-8B717B62ED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0761" y="1823005"/>
                <a:ext cx="1151084" cy="210442"/>
              </a:xfrm>
              <a:prstGeom prst="rect">
                <a:avLst/>
              </a:prstGeom>
              <a:blipFill>
                <a:blip r:embed="rId6"/>
                <a:stretch>
                  <a:fillRect l="-1087" r="-3261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193F89A0-5AE4-A8C9-6025-2FAB4D3D4CFD}"/>
                  </a:ext>
                </a:extLst>
              </p:cNvPr>
              <p:cNvSpPr txBox="1"/>
              <p:nvPr/>
            </p:nvSpPr>
            <p:spPr>
              <a:xfrm>
                <a:off x="5641846" y="2452202"/>
                <a:ext cx="449802" cy="2104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100" i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kumimoji="1" lang="en-US" altLang="zh-CN" sz="1100" i="1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100" i="1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𝜅</m:t>
                          </m:r>
                        </m:e>
                        <m:sub>
                          <m:sSubSup>
                            <m:sSubSupPr>
                              <m:ctrlPr>
                                <a:rPr kumimoji="1" lang="en-US" altLang="zh-CN" sz="1100" i="1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sz="1100" i="1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b>
                              <m:r>
                                <a:rPr kumimoji="1" lang="en-US" altLang="zh-CN" sz="1100" i="1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kumimoji="1" lang="en-US" altLang="zh-CN" sz="1100" i="1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kumimoji="1" lang="en-US" altLang="zh-CN" sz="1100" i="1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𝑀𝑎𝑥</m:t>
                              </m:r>
                            </m:sup>
                          </m:sSubSup>
                        </m:sub>
                      </m:sSub>
                    </m:oMath>
                  </m:oMathPara>
                </a14:m>
                <a:endParaRPr kumimoji="1" lang="zh-CN" altLang="en-US" sz="11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193F89A0-5AE4-A8C9-6025-2FAB4D3D4C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1846" y="2452202"/>
                <a:ext cx="449802" cy="210442"/>
              </a:xfrm>
              <a:prstGeom prst="rect">
                <a:avLst/>
              </a:prstGeom>
              <a:blipFill>
                <a:blip r:embed="rId7"/>
                <a:stretch>
                  <a:fillRect l="-2778" r="-2778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椭圆 29">
            <a:extLst>
              <a:ext uri="{FF2B5EF4-FFF2-40B4-BE49-F238E27FC236}">
                <a16:creationId xmlns:a16="http://schemas.microsoft.com/office/drawing/2014/main" id="{F884579F-361E-53F7-681C-38CA54102C4F}"/>
              </a:ext>
            </a:extLst>
          </p:cNvPr>
          <p:cNvSpPr/>
          <p:nvPr/>
        </p:nvSpPr>
        <p:spPr>
          <a:xfrm>
            <a:off x="9166054" y="2628202"/>
            <a:ext cx="67903" cy="6790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BD1354C9-B24D-6E80-70F2-074B9C4103C5}"/>
              </a:ext>
            </a:extLst>
          </p:cNvPr>
          <p:cNvSpPr/>
          <p:nvPr/>
        </p:nvSpPr>
        <p:spPr>
          <a:xfrm>
            <a:off x="9388585" y="2632248"/>
            <a:ext cx="67903" cy="6790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41" name="直线连接符 40">
            <a:extLst>
              <a:ext uri="{FF2B5EF4-FFF2-40B4-BE49-F238E27FC236}">
                <a16:creationId xmlns:a16="http://schemas.microsoft.com/office/drawing/2014/main" id="{7C71E8D1-901F-733B-9A85-D1C3FE497E90}"/>
              </a:ext>
            </a:extLst>
          </p:cNvPr>
          <p:cNvCxnSpPr>
            <a:cxnSpLocks/>
          </p:cNvCxnSpPr>
          <p:nvPr/>
        </p:nvCxnSpPr>
        <p:spPr>
          <a:xfrm>
            <a:off x="9423031" y="2631918"/>
            <a:ext cx="7185" cy="1081438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直线连接符 45">
            <a:extLst>
              <a:ext uri="{FF2B5EF4-FFF2-40B4-BE49-F238E27FC236}">
                <a16:creationId xmlns:a16="http://schemas.microsoft.com/office/drawing/2014/main" id="{B2E31D8F-76FB-DEDC-8705-B7103BA76351}"/>
              </a:ext>
            </a:extLst>
          </p:cNvPr>
          <p:cNvCxnSpPr>
            <a:cxnSpLocks/>
          </p:cNvCxnSpPr>
          <p:nvPr/>
        </p:nvCxnSpPr>
        <p:spPr>
          <a:xfrm>
            <a:off x="9196412" y="2631918"/>
            <a:ext cx="7185" cy="1081438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椭圆 46">
            <a:extLst>
              <a:ext uri="{FF2B5EF4-FFF2-40B4-BE49-F238E27FC236}">
                <a16:creationId xmlns:a16="http://schemas.microsoft.com/office/drawing/2014/main" id="{EE3B82EB-AB8C-82BE-619D-07ECA52BA92B}"/>
              </a:ext>
            </a:extLst>
          </p:cNvPr>
          <p:cNvSpPr/>
          <p:nvPr/>
        </p:nvSpPr>
        <p:spPr>
          <a:xfrm>
            <a:off x="3833921" y="2730989"/>
            <a:ext cx="83884" cy="83884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2E4F4DF1-3750-B1A4-A933-40B4C33059F8}"/>
              </a:ext>
            </a:extLst>
          </p:cNvPr>
          <p:cNvSpPr/>
          <p:nvPr/>
        </p:nvSpPr>
        <p:spPr>
          <a:xfrm>
            <a:off x="3820578" y="2730989"/>
            <a:ext cx="110570" cy="11057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B3FFB56F-DA2B-6AF8-AD21-494EE34279B1}"/>
              </a:ext>
            </a:extLst>
          </p:cNvPr>
          <p:cNvSpPr/>
          <p:nvPr/>
        </p:nvSpPr>
        <p:spPr>
          <a:xfrm>
            <a:off x="3704582" y="2008531"/>
            <a:ext cx="111348" cy="111348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332B04F1-1A27-9948-2BEA-53948C2E77B4}"/>
                  </a:ext>
                </a:extLst>
              </p:cNvPr>
              <p:cNvSpPr txBox="1"/>
              <p:nvPr/>
            </p:nvSpPr>
            <p:spPr>
              <a:xfrm>
                <a:off x="8961861" y="3880169"/>
                <a:ext cx="402674" cy="2083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sz="11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sz="11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b>
                          <m:r>
                            <a:rPr kumimoji="1" lang="en-US" altLang="zh-CN" sz="11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kumimoji="1" lang="en-US" altLang="zh-CN" sz="11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1_</m:t>
                          </m:r>
                          <m:r>
                            <a:rPr kumimoji="1" lang="en-US" altLang="zh-CN" sz="11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𝑓𝑖𝑡</m:t>
                          </m:r>
                        </m:sub>
                        <m:sup>
                          <m:r>
                            <a:rPr kumimoji="1" lang="en-US" altLang="zh-CN" sz="11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𝑝𝑟𝑜𝑥</m:t>
                          </m:r>
                        </m:sup>
                      </m:sSubSup>
                    </m:oMath>
                  </m:oMathPara>
                </a14:m>
                <a:endParaRPr kumimoji="1" lang="zh-CN" altLang="en-US" sz="1100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332B04F1-1A27-9948-2BEA-53948C2E77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1861" y="3880169"/>
                <a:ext cx="402674" cy="208390"/>
              </a:xfrm>
              <a:prstGeom prst="rect">
                <a:avLst/>
              </a:prstGeom>
              <a:blipFill>
                <a:blip r:embed="rId8"/>
                <a:stretch>
                  <a:fillRect l="-9091" r="-3030"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3D171713-5DED-166C-0511-00314178E962}"/>
                  </a:ext>
                </a:extLst>
              </p:cNvPr>
              <p:cNvSpPr txBox="1"/>
              <p:nvPr/>
            </p:nvSpPr>
            <p:spPr>
              <a:xfrm>
                <a:off x="9420924" y="3763434"/>
                <a:ext cx="406137" cy="2044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sz="11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sz="11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b>
                          <m:r>
                            <a:rPr kumimoji="1" lang="en-US" altLang="zh-CN" sz="11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kumimoji="1" lang="en-US" altLang="zh-CN" sz="11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1_</m:t>
                          </m:r>
                          <m:r>
                            <a:rPr kumimoji="1" lang="en-US" altLang="zh-CN" sz="11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𝑓𝑖𝑡</m:t>
                          </m:r>
                        </m:sub>
                        <m:sup>
                          <m:r>
                            <a:rPr kumimoji="1" lang="en-US" altLang="zh-CN" sz="11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𝑑𝑖𝑠𝑡</m:t>
                          </m:r>
                        </m:sup>
                      </m:sSubSup>
                    </m:oMath>
                  </m:oMathPara>
                </a14:m>
                <a:endParaRPr kumimoji="1" lang="zh-CN" altLang="en-US" sz="1100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3D171713-5DED-166C-0511-00314178E9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0924" y="3763434"/>
                <a:ext cx="406137" cy="204480"/>
              </a:xfrm>
              <a:prstGeom prst="rect">
                <a:avLst/>
              </a:prstGeom>
              <a:blipFill>
                <a:blip r:embed="rId9"/>
                <a:stretch>
                  <a:fillRect l="-9091" r="-6061" b="-294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C0A9D281-4AE9-DFCA-7EFA-E66600D9FAB1}"/>
                  </a:ext>
                </a:extLst>
              </p:cNvPr>
              <p:cNvSpPr txBox="1"/>
              <p:nvPr/>
            </p:nvSpPr>
            <p:spPr>
              <a:xfrm>
                <a:off x="3688540" y="2843569"/>
                <a:ext cx="756187" cy="3549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1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kumimoji="1" lang="en-US" altLang="zh-CN" sz="12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12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kumimoji="1" lang="en-US" altLang="zh-CN" sz="12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sz="12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b>
                              <m:r>
                                <a:rPr kumimoji="1" lang="en-US" altLang="zh-CN" sz="12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kumimoji="1" lang="en-US" altLang="zh-CN" sz="12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1_</m:t>
                              </m:r>
                              <m:r>
                                <a:rPr kumimoji="1" lang="en-US" altLang="zh-CN" sz="12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𝑓𝑖𝑡</m:t>
                              </m:r>
                            </m:sub>
                            <m:sup>
                              <m:r>
                                <a:rPr kumimoji="1" lang="en-US" altLang="zh-CN" sz="12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𝑝𝑟𝑜𝑥</m:t>
                              </m:r>
                            </m:sup>
                          </m:sSubSup>
                        </m:sub>
                      </m:sSub>
                    </m:oMath>
                  </m:oMathPara>
                </a14:m>
                <a:endParaRPr lang="zh-CN" altLang="en-US" sz="1200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C0A9D281-4AE9-DFCA-7EFA-E66600D9FA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8540" y="2843569"/>
                <a:ext cx="756187" cy="35496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5FD3396C-2368-1389-3522-4B933345BB99}"/>
                  </a:ext>
                </a:extLst>
              </p:cNvPr>
              <p:cNvSpPr txBox="1"/>
              <p:nvPr/>
            </p:nvSpPr>
            <p:spPr>
              <a:xfrm>
                <a:off x="3850579" y="1846131"/>
                <a:ext cx="756187" cy="3549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1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kumimoji="1" lang="en-US" altLang="zh-CN" sz="12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12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kumimoji="1" lang="en-US" altLang="zh-CN" sz="12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sz="12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b>
                              <m:r>
                                <a:rPr kumimoji="1" lang="en-US" altLang="zh-CN" sz="12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kumimoji="1" lang="en-US" altLang="zh-CN" sz="12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1_</m:t>
                              </m:r>
                              <m:r>
                                <a:rPr kumimoji="1" lang="en-US" altLang="zh-CN" sz="12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𝑓𝑖𝑡</m:t>
                              </m:r>
                            </m:sub>
                            <m:sup>
                              <m:r>
                                <a:rPr kumimoji="1" lang="en-US" altLang="zh-CN" sz="12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𝑑𝑖𝑠𝑡</m:t>
                              </m:r>
                            </m:sup>
                          </m:sSubSup>
                        </m:sub>
                      </m:sSub>
                    </m:oMath>
                  </m:oMathPara>
                </a14:m>
                <a:endParaRPr lang="zh-CN" altLang="en-US" sz="1200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5FD3396C-2368-1389-3522-4B933345BB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0579" y="1846131"/>
                <a:ext cx="756187" cy="35496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直线箭头连接符 60">
            <a:extLst>
              <a:ext uri="{FF2B5EF4-FFF2-40B4-BE49-F238E27FC236}">
                <a16:creationId xmlns:a16="http://schemas.microsoft.com/office/drawing/2014/main" id="{E3D7836E-4735-322F-852A-8741559138D9}"/>
              </a:ext>
            </a:extLst>
          </p:cNvPr>
          <p:cNvCxnSpPr>
            <a:cxnSpLocks/>
            <a:stCxn id="57" idx="0"/>
          </p:cNvCxnSpPr>
          <p:nvPr/>
        </p:nvCxnSpPr>
        <p:spPr>
          <a:xfrm>
            <a:off x="4066633" y="2843568"/>
            <a:ext cx="4762628" cy="1140796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直线箭头连接符 63">
            <a:extLst>
              <a:ext uri="{FF2B5EF4-FFF2-40B4-BE49-F238E27FC236}">
                <a16:creationId xmlns:a16="http://schemas.microsoft.com/office/drawing/2014/main" id="{2FE68F42-E76D-CD75-AC78-D889BA198F8B}"/>
              </a:ext>
            </a:extLst>
          </p:cNvPr>
          <p:cNvCxnSpPr>
            <a:cxnSpLocks/>
          </p:cNvCxnSpPr>
          <p:nvPr/>
        </p:nvCxnSpPr>
        <p:spPr>
          <a:xfrm>
            <a:off x="3875864" y="2136195"/>
            <a:ext cx="5520895" cy="1683297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线连接符 26">
            <a:extLst>
              <a:ext uri="{FF2B5EF4-FFF2-40B4-BE49-F238E27FC236}">
                <a16:creationId xmlns:a16="http://schemas.microsoft.com/office/drawing/2014/main" id="{FDDE9712-A971-C507-26B1-6497C309CFE1}"/>
              </a:ext>
            </a:extLst>
          </p:cNvPr>
          <p:cNvCxnSpPr/>
          <p:nvPr/>
        </p:nvCxnSpPr>
        <p:spPr>
          <a:xfrm>
            <a:off x="5570762" y="2705289"/>
            <a:ext cx="4700075" cy="0"/>
          </a:xfrm>
          <a:prstGeom prst="line">
            <a:avLst/>
          </a:prstGeom>
          <a:ln w="19050" cap="flat" cmpd="sng" algn="ctr">
            <a:solidFill>
              <a:schemeClr val="tx2">
                <a:lumMod val="50000"/>
                <a:lumOff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76678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97FC91E-3EBF-B44C-BB7B-FEF851189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26C4136-E6C5-918E-371D-ED14F0317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4ACF1-8115-4F2A-BC52-125D9799F304}" type="slidenum">
              <a:rPr lang="zh-CN" altLang="en-US" smtClean="0"/>
              <a:t>13</a:t>
            </a:fld>
            <a:endParaRPr lang="zh-CN" altLang="en-US"/>
          </a:p>
        </p:txBody>
      </p:sp>
      <p:pic>
        <p:nvPicPr>
          <p:cNvPr id="11" name="图片 10" descr="形状&#10;&#10;AI 生成的内容可能不正确。">
            <a:extLst>
              <a:ext uri="{FF2B5EF4-FFF2-40B4-BE49-F238E27FC236}">
                <a16:creationId xmlns:a16="http://schemas.microsoft.com/office/drawing/2014/main" id="{91B42431-D075-F293-E3F1-342A414EA5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1840" y="2705289"/>
            <a:ext cx="843264" cy="1373768"/>
          </a:xfrm>
          <a:prstGeom prst="rect">
            <a:avLst/>
          </a:prstGeom>
        </p:spPr>
      </p:pic>
      <p:pic>
        <p:nvPicPr>
          <p:cNvPr id="9" name="图片 8" descr="图片包含 玩具, 风筝, 飞行, 华美&#10;&#10;AI 生成的内容可能不正确。">
            <a:extLst>
              <a:ext uri="{FF2B5EF4-FFF2-40B4-BE49-F238E27FC236}">
                <a16:creationId xmlns:a16="http://schemas.microsoft.com/office/drawing/2014/main" id="{4C2E3400-CB4F-C61D-9301-F03A6956A2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1841" y="1680776"/>
            <a:ext cx="1723065" cy="1596214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4F488F7A-8A36-6132-B6A1-97922A98E5B5}"/>
              </a:ext>
            </a:extLst>
          </p:cNvPr>
          <p:cNvSpPr/>
          <p:nvPr/>
        </p:nvSpPr>
        <p:spPr>
          <a:xfrm>
            <a:off x="2757936" y="2867298"/>
            <a:ext cx="215537" cy="241663"/>
          </a:xfrm>
          <a:prstGeom prst="rect">
            <a:avLst/>
          </a:prstGeom>
          <a:noFill/>
          <a:ln w="222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2F22DA1C-681E-B1FB-3663-86FB77C760B2}"/>
              </a:ext>
            </a:extLst>
          </p:cNvPr>
          <p:cNvCxnSpPr>
            <a:cxnSpLocks/>
          </p:cNvCxnSpPr>
          <p:nvPr/>
        </p:nvCxnSpPr>
        <p:spPr>
          <a:xfrm flipV="1">
            <a:off x="2975811" y="1664369"/>
            <a:ext cx="304800" cy="12071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5A7911B4-B197-67E0-C613-430EB0CCA86E}"/>
              </a:ext>
            </a:extLst>
          </p:cNvPr>
          <p:cNvCxnSpPr>
            <a:cxnSpLocks/>
          </p:cNvCxnSpPr>
          <p:nvPr/>
        </p:nvCxnSpPr>
        <p:spPr>
          <a:xfrm>
            <a:off x="2971801" y="3112168"/>
            <a:ext cx="296779" cy="1804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9FF7B2A2-59A4-7A51-D1F7-F8EF1C5B2CDF}"/>
                  </a:ext>
                </a:extLst>
              </p:cNvPr>
              <p:cNvSpPr txBox="1"/>
              <p:nvPr/>
            </p:nvSpPr>
            <p:spPr>
              <a:xfrm>
                <a:off x="2948662" y="2542207"/>
                <a:ext cx="756187" cy="3218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kumimoji="1"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kumimoji="1" lang="en-US" altLang="zh-CN" sz="1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sz="1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b>
                              <m:r>
                                <a:rPr kumimoji="1" lang="en-US" altLang="zh-CN" sz="1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kumimoji="1" lang="en-US" altLang="zh-CN" sz="1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kumimoji="1" lang="en-US" altLang="zh-CN" sz="1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𝑀𝑎𝑥</m:t>
                              </m:r>
                            </m:sup>
                          </m:sSubSup>
                        </m:sub>
                      </m:sSub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9FF7B2A2-59A4-7A51-D1F7-F8EF1C5B2C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8662" y="2542207"/>
                <a:ext cx="756187" cy="3218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椭圆 46">
            <a:extLst>
              <a:ext uri="{FF2B5EF4-FFF2-40B4-BE49-F238E27FC236}">
                <a16:creationId xmlns:a16="http://schemas.microsoft.com/office/drawing/2014/main" id="{06E4C323-B02A-2117-AFE3-77ABD638B64D}"/>
              </a:ext>
            </a:extLst>
          </p:cNvPr>
          <p:cNvSpPr/>
          <p:nvPr/>
        </p:nvSpPr>
        <p:spPr>
          <a:xfrm>
            <a:off x="3833921" y="2730989"/>
            <a:ext cx="83884" cy="83884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42A23296-EC5B-A820-46BE-C6B3072BE610}"/>
              </a:ext>
            </a:extLst>
          </p:cNvPr>
          <p:cNvSpPr/>
          <p:nvPr/>
        </p:nvSpPr>
        <p:spPr>
          <a:xfrm>
            <a:off x="3820578" y="2730989"/>
            <a:ext cx="110570" cy="11057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2BB09722-4EFB-FBB0-186D-B0DE2B399C22}"/>
              </a:ext>
            </a:extLst>
          </p:cNvPr>
          <p:cNvSpPr/>
          <p:nvPr/>
        </p:nvSpPr>
        <p:spPr>
          <a:xfrm>
            <a:off x="3704582" y="2008531"/>
            <a:ext cx="111348" cy="111348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881CFF23-F5E7-8906-5E1C-ACC65C91ADCE}"/>
                  </a:ext>
                </a:extLst>
              </p:cNvPr>
              <p:cNvSpPr txBox="1"/>
              <p:nvPr/>
            </p:nvSpPr>
            <p:spPr>
              <a:xfrm>
                <a:off x="3688540" y="2810979"/>
                <a:ext cx="756187" cy="3549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1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kumimoji="1" lang="en-US" altLang="zh-CN" sz="12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12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kumimoji="1" lang="en-US" altLang="zh-CN" sz="12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sz="12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b>
                              <m:r>
                                <a:rPr kumimoji="1" lang="en-US" altLang="zh-CN" sz="12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kumimoji="1" lang="en-US" altLang="zh-CN" sz="12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1_</m:t>
                              </m:r>
                              <m:r>
                                <a:rPr kumimoji="1" lang="en-US" altLang="zh-CN" sz="12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𝑓𝑖𝑡</m:t>
                              </m:r>
                              <m:r>
                                <a:rPr kumimoji="1" lang="en-US" altLang="zh-CN" sz="12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kumimoji="1" lang="en-US" altLang="zh-CN" sz="12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𝑜𝑝𝑡</m:t>
                              </m:r>
                            </m:sub>
                            <m:sup>
                              <m:r>
                                <a:rPr kumimoji="1" lang="en-US" altLang="zh-CN" sz="12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𝑝𝑟𝑜𝑥</m:t>
                              </m:r>
                            </m:sup>
                          </m:sSubSup>
                        </m:sub>
                      </m:sSub>
                    </m:oMath>
                  </m:oMathPara>
                </a14:m>
                <a:endParaRPr lang="zh-CN" altLang="en-US" sz="1200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881CFF23-F5E7-8906-5E1C-ACC65C91AD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8540" y="2810979"/>
                <a:ext cx="756187" cy="354969"/>
              </a:xfrm>
              <a:prstGeom prst="rect">
                <a:avLst/>
              </a:prstGeom>
              <a:blipFill>
                <a:blip r:embed="rId5"/>
                <a:stretch>
                  <a:fillRect r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7B88B391-CE6E-4FC6-E185-4FA8712ACBF4}"/>
                  </a:ext>
                </a:extLst>
              </p:cNvPr>
              <p:cNvSpPr txBox="1"/>
              <p:nvPr/>
            </p:nvSpPr>
            <p:spPr>
              <a:xfrm>
                <a:off x="3971254" y="1784484"/>
                <a:ext cx="756187" cy="3549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1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kumimoji="1" lang="en-US" altLang="zh-CN" sz="12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12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kumimoji="1" lang="en-US" altLang="zh-CN" sz="12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sz="12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b>
                              <m:r>
                                <a:rPr kumimoji="1" lang="en-US" altLang="zh-CN" sz="12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kumimoji="1" lang="en-US" altLang="zh-CN" sz="12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1_</m:t>
                              </m:r>
                              <m:r>
                                <a:rPr kumimoji="1" lang="en-US" altLang="zh-CN" sz="12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𝑓𝑖𝑡</m:t>
                              </m:r>
                              <m:r>
                                <a:rPr kumimoji="1" lang="en-US" altLang="zh-CN" sz="12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kumimoji="1" lang="en-US" altLang="zh-CN" sz="12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𝑜𝑝𝑡</m:t>
                              </m:r>
                            </m:sub>
                            <m:sup>
                              <m:r>
                                <a:rPr kumimoji="1" lang="en-US" altLang="zh-CN" sz="12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𝑑𝑖𝑠𝑡</m:t>
                              </m:r>
                            </m:sup>
                          </m:sSubSup>
                        </m:sub>
                      </m:sSub>
                    </m:oMath>
                  </m:oMathPara>
                </a14:m>
                <a:endParaRPr lang="zh-CN" altLang="en-US" sz="1200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7B88B391-CE6E-4FC6-E185-4FA8712ACB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1254" y="1784484"/>
                <a:ext cx="756187" cy="354969"/>
              </a:xfrm>
              <a:prstGeom prst="rect">
                <a:avLst/>
              </a:prstGeom>
              <a:blipFill>
                <a:blip r:embed="rId6"/>
                <a:stretch>
                  <a:fillRect r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椭圆 2">
            <a:extLst>
              <a:ext uri="{FF2B5EF4-FFF2-40B4-BE49-F238E27FC236}">
                <a16:creationId xmlns:a16="http://schemas.microsoft.com/office/drawing/2014/main" id="{2041587F-3DCA-8CAC-3282-67365BB2C2CA}"/>
              </a:ext>
            </a:extLst>
          </p:cNvPr>
          <p:cNvSpPr/>
          <p:nvPr/>
        </p:nvSpPr>
        <p:spPr>
          <a:xfrm>
            <a:off x="3536210" y="2031617"/>
            <a:ext cx="789877" cy="756277"/>
          </a:xfrm>
          <a:prstGeom prst="ellipse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41348205-0830-880F-C8D0-B38A0C644D06}"/>
              </a:ext>
            </a:extLst>
          </p:cNvPr>
          <p:cNvCxnSpPr/>
          <p:nvPr/>
        </p:nvCxnSpPr>
        <p:spPr>
          <a:xfrm flipV="1">
            <a:off x="3917805" y="2267952"/>
            <a:ext cx="361118" cy="1418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B3E6B3B-2A41-612D-944F-67CF63BA8134}"/>
                  </a:ext>
                </a:extLst>
              </p:cNvPr>
              <p:cNvSpPr txBox="1"/>
              <p:nvPr/>
            </p:nvSpPr>
            <p:spPr>
              <a:xfrm>
                <a:off x="4066633" y="2363005"/>
                <a:ext cx="718081" cy="2013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100" i="1">
                              <a:latin typeface="Cambria Math" panose="02040503050406030204" pitchFamily="18" charset="0"/>
                            </a:rPr>
                            <m:t>𝐶𝑅</m:t>
                          </m:r>
                        </m:e>
                        <m:sub>
                          <m:r>
                            <a:rPr kumimoji="1" lang="en-US" altLang="zh-CN" sz="11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11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1100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kumimoji="1" lang="en-US" altLang="zh-CN" sz="1100" i="1">
                              <a:latin typeface="Cambria Math" panose="02040503050406030204" pitchFamily="18" charset="0"/>
                            </a:rPr>
                            <m:t>1(</m:t>
                          </m:r>
                          <m:sSub>
                            <m:sSubPr>
                              <m:ctrlPr>
                                <a:rPr kumimoji="1" lang="en-US" altLang="zh-CN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kumimoji="1" lang="en-US" altLang="zh-CN" sz="1100" i="1">
                                  <a:latin typeface="Cambria Math" panose="02040503050406030204" pitchFamily="18" charset="0"/>
                                </a:rPr>
                                <m:t>𝑜𝑝𝑡</m:t>
                              </m:r>
                            </m:sub>
                          </m:sSub>
                          <m:r>
                            <a:rPr kumimoji="1" lang="en-US" altLang="zh-CN" sz="1100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kumimoji="1" lang="zh-CN" altLang="en-US" sz="11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B3E6B3B-2A41-612D-944F-67CF63BA81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6633" y="2363005"/>
                <a:ext cx="718081" cy="201337"/>
              </a:xfrm>
              <a:prstGeom prst="rect">
                <a:avLst/>
              </a:prstGeom>
              <a:blipFill>
                <a:blip r:embed="rId7"/>
                <a:stretch>
                  <a:fillRect l="-3509" r="-3509" b="-117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 descr="图示, 示意图&#10;&#10;AI 生成的内容可能不正确。">
            <a:extLst>
              <a:ext uri="{FF2B5EF4-FFF2-40B4-BE49-F238E27FC236}">
                <a16:creationId xmlns:a16="http://schemas.microsoft.com/office/drawing/2014/main" id="{0D12FE01-2A07-47AD-7DAA-2DF24B93713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3273" y="1480440"/>
            <a:ext cx="2953046" cy="659013"/>
          </a:xfrm>
          <a:prstGeom prst="rect">
            <a:avLst/>
          </a:prstGeom>
        </p:spPr>
      </p:pic>
      <p:pic>
        <p:nvPicPr>
          <p:cNvPr id="13" name="图片 12" descr="图片包含 文本&#10;&#10;AI 生成的内容可能不正确。">
            <a:extLst>
              <a:ext uri="{FF2B5EF4-FFF2-40B4-BE49-F238E27FC236}">
                <a16:creationId xmlns:a16="http://schemas.microsoft.com/office/drawing/2014/main" id="{C6E1B2A2-92AA-FD5F-FD48-1F12F0A7A6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1624" y="2174893"/>
            <a:ext cx="2296345" cy="44160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6E40E858-4BE0-7FFB-780F-6D3BBFA445D0}"/>
              </a:ext>
            </a:extLst>
          </p:cNvPr>
          <p:cNvSpPr txBox="1"/>
          <p:nvPr/>
        </p:nvSpPr>
        <p:spPr>
          <a:xfrm>
            <a:off x="8020340" y="2217273"/>
            <a:ext cx="457892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dirty="0"/>
              <a:t>(</a:t>
            </a:r>
            <a:r>
              <a:rPr lang="zh-CN" altLang="en-US" sz="1100" dirty="0"/>
              <a:t>α was varied within 0.1 to 0.9</a:t>
            </a:r>
            <a:r>
              <a:rPr lang="en-US" altLang="zh-CN" sz="1100" dirty="0"/>
              <a:t>.)</a:t>
            </a:r>
            <a:endParaRPr lang="zh-CN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6426706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4B88430-A210-180C-7738-B35B175F3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B375F0A-83B2-EB5B-C3E3-DECD0559F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4ACF1-8115-4F2A-BC52-125D9799F304}" type="slidenum">
              <a:rPr lang="zh-CN" altLang="en-US" smtClean="0"/>
              <a:t>14</a:t>
            </a:fld>
            <a:endParaRPr lang="zh-CN" altLang="en-US"/>
          </a:p>
        </p:txBody>
      </p:sp>
      <p:pic>
        <p:nvPicPr>
          <p:cNvPr id="16" name="图片 15" descr="表格&#10;&#10;AI 生成的内容可能不正确。">
            <a:extLst>
              <a:ext uri="{FF2B5EF4-FFF2-40B4-BE49-F238E27FC236}">
                <a16:creationId xmlns:a16="http://schemas.microsoft.com/office/drawing/2014/main" id="{A495461C-9C38-CE8F-1E97-235D1CDBFB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9652" y="1000896"/>
            <a:ext cx="4239900" cy="15543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表格 16">
                <a:extLst>
                  <a:ext uri="{FF2B5EF4-FFF2-40B4-BE49-F238E27FC236}">
                    <a16:creationId xmlns:a16="http://schemas.microsoft.com/office/drawing/2014/main" id="{B802206B-BDCB-373C-28C4-C93F928C240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120505" y="2776200"/>
              <a:ext cx="4385196" cy="16459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5191">
                      <a:extLst>
                        <a:ext uri="{9D8B030D-6E8A-4147-A177-3AD203B41FA5}">
                          <a16:colId xmlns:a16="http://schemas.microsoft.com/office/drawing/2014/main" val="584696900"/>
                        </a:ext>
                      </a:extLst>
                    </a:gridCol>
                    <a:gridCol w="1117708">
                      <a:extLst>
                        <a:ext uri="{9D8B030D-6E8A-4147-A177-3AD203B41FA5}">
                          <a16:colId xmlns:a16="http://schemas.microsoft.com/office/drawing/2014/main" val="3854733287"/>
                        </a:ext>
                      </a:extLst>
                    </a:gridCol>
                    <a:gridCol w="1433023">
                      <a:extLst>
                        <a:ext uri="{9D8B030D-6E8A-4147-A177-3AD203B41FA5}">
                          <a16:colId xmlns:a16="http://schemas.microsoft.com/office/drawing/2014/main" val="2360860561"/>
                        </a:ext>
                      </a:extLst>
                    </a:gridCol>
                    <a:gridCol w="1299274">
                      <a:extLst>
                        <a:ext uri="{9D8B030D-6E8A-4147-A177-3AD203B41FA5}">
                          <a16:colId xmlns:a16="http://schemas.microsoft.com/office/drawing/2014/main" val="2067409049"/>
                        </a:ext>
                      </a:extLst>
                    </a:gridCol>
                  </a:tblGrid>
                  <a:tr h="254431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chemeClr val="tx1"/>
                              </a:solidFill>
                            </a:rPr>
                            <a:t>Bending</a:t>
                          </a:r>
                          <a:endParaRPr lang="zh-CN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chemeClr val="tx1"/>
                              </a:solidFill>
                            </a:rPr>
                            <a:t>Twisting</a:t>
                          </a:r>
                          <a:endParaRPr lang="zh-CN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25887598"/>
                      </a:ext>
                    </a:extLst>
                  </a:tr>
                  <a:tr h="254431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l-GR" altLang="zh-CN" sz="1200" i="1" smtClean="0">
                                    <a:latin typeface="Cambria Math" panose="02040503050406030204" pitchFamily="18" charset="0"/>
                                  </a:rPr>
                                  <m:t>𝜅</m:t>
                                </m:r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altLang="zh-CN" sz="120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altLang="zh-CN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l-GR" altLang="zh-CN" sz="1200" i="1" smtClean="0">
                                    <a:latin typeface="Cambria Math" panose="02040503050406030204" pitchFamily="18" charset="0"/>
                                  </a:rPr>
                                  <m:t>𝜅</m:t>
                                </m:r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altLang="zh-CN" sz="120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altLang="zh-CN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zh-CN" altLang="en-US" sz="1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48497272"/>
                      </a:ext>
                    </a:extLst>
                  </a:tr>
                  <a:tr h="2544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chemeClr val="tx1"/>
                              </a:solidFill>
                            </a:rPr>
                            <a:t>U</a:t>
                          </a:r>
                          <a:endParaRPr lang="zh-CN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rgbClr val="FF0000"/>
                              </a:solidFill>
                            </a:rPr>
                            <a:t>low</a:t>
                          </a:r>
                          <a:endParaRPr lang="zh-CN" altLang="en-US" sz="1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1200" dirty="0">
                            <a:solidFill>
                              <a:srgbClr val="00B0F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1200" dirty="0">
                            <a:solidFill>
                              <a:srgbClr val="00B0F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87834556"/>
                      </a:ext>
                    </a:extLst>
                  </a:tr>
                  <a:tr h="2544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chemeClr val="tx1"/>
                              </a:solidFill>
                            </a:rPr>
                            <a:t>V</a:t>
                          </a:r>
                          <a:endParaRPr lang="zh-CN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rgbClr val="00B0F0"/>
                              </a:solidFill>
                            </a:rPr>
                            <a:t>high</a:t>
                          </a:r>
                          <a:endParaRPr lang="zh-CN" altLang="en-US" sz="1200" dirty="0">
                            <a:solidFill>
                              <a:srgbClr val="00B0F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rgbClr val="FF0000"/>
                              </a:solidFill>
                            </a:rPr>
                            <a:t>low</a:t>
                          </a:r>
                          <a:endParaRPr lang="zh-CN" altLang="en-US" sz="1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rgbClr val="FF0000"/>
                              </a:solidFill>
                            </a:rPr>
                            <a:t>low</a:t>
                          </a:r>
                          <a:endParaRPr lang="zh-CN" altLang="en-US" sz="1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4154446"/>
                      </a:ext>
                    </a:extLst>
                  </a:tr>
                  <a:tr h="2544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  <a:endParaRPr lang="zh-CN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rgbClr val="00B0F0"/>
                              </a:solidFill>
                            </a:rPr>
                            <a:t>high</a:t>
                          </a:r>
                          <a:endParaRPr lang="zh-CN" altLang="en-US" sz="1200" dirty="0">
                            <a:solidFill>
                              <a:srgbClr val="00B0F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rgbClr val="FF0000"/>
                              </a:solidFill>
                            </a:rPr>
                            <a:t>low</a:t>
                          </a:r>
                          <a:endParaRPr lang="zh-CN" altLang="en-US" sz="1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rgbClr val="00B0F0"/>
                              </a:solidFill>
                            </a:rPr>
                            <a:t>high</a:t>
                          </a:r>
                          <a:endParaRPr lang="zh-CN" altLang="en-US" sz="1200" dirty="0">
                            <a:solidFill>
                              <a:srgbClr val="00B0F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10007080"/>
                      </a:ext>
                    </a:extLst>
                  </a:tr>
                  <a:tr h="2544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  <a:endParaRPr lang="zh-CN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rgbClr val="00B0F0"/>
                              </a:solidFill>
                            </a:rPr>
                            <a:t>high</a:t>
                          </a:r>
                          <a:endParaRPr lang="zh-CN" altLang="en-US" sz="1200" dirty="0">
                            <a:solidFill>
                              <a:srgbClr val="00B0F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rgbClr val="00B0F0"/>
                              </a:solidFill>
                            </a:rPr>
                            <a:t>high</a:t>
                          </a:r>
                          <a:endParaRPr lang="zh-CN" altLang="en-US" sz="1200" dirty="0">
                            <a:solidFill>
                              <a:srgbClr val="00B0F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1200" dirty="0">
                            <a:solidFill>
                              <a:srgbClr val="00B0F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7451073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表格 16">
                <a:extLst>
                  <a:ext uri="{FF2B5EF4-FFF2-40B4-BE49-F238E27FC236}">
                    <a16:creationId xmlns:a16="http://schemas.microsoft.com/office/drawing/2014/main" id="{B802206B-BDCB-373C-28C4-C93F928C240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120505" y="2776200"/>
              <a:ext cx="4385196" cy="16459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5191">
                      <a:extLst>
                        <a:ext uri="{9D8B030D-6E8A-4147-A177-3AD203B41FA5}">
                          <a16:colId xmlns:a16="http://schemas.microsoft.com/office/drawing/2014/main" val="584696900"/>
                        </a:ext>
                      </a:extLst>
                    </a:gridCol>
                    <a:gridCol w="1117708">
                      <a:extLst>
                        <a:ext uri="{9D8B030D-6E8A-4147-A177-3AD203B41FA5}">
                          <a16:colId xmlns:a16="http://schemas.microsoft.com/office/drawing/2014/main" val="3854733287"/>
                        </a:ext>
                      </a:extLst>
                    </a:gridCol>
                    <a:gridCol w="1433023">
                      <a:extLst>
                        <a:ext uri="{9D8B030D-6E8A-4147-A177-3AD203B41FA5}">
                          <a16:colId xmlns:a16="http://schemas.microsoft.com/office/drawing/2014/main" val="2360860561"/>
                        </a:ext>
                      </a:extLst>
                    </a:gridCol>
                    <a:gridCol w="1299274">
                      <a:extLst>
                        <a:ext uri="{9D8B030D-6E8A-4147-A177-3AD203B41FA5}">
                          <a16:colId xmlns:a16="http://schemas.microsoft.com/office/drawing/2014/main" val="2067409049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chemeClr val="tx1"/>
                              </a:solidFill>
                            </a:rPr>
                            <a:t>Bending</a:t>
                          </a:r>
                          <a:endParaRPr lang="zh-CN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chemeClr val="tx1"/>
                              </a:solidFill>
                            </a:rPr>
                            <a:t>Twisting</a:t>
                          </a:r>
                          <a:endParaRPr lang="zh-CN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25887598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7191" t="-104545" r="-242697" b="-40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15929" t="-104545" r="-91150" b="-409091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zh-CN" altLang="en-US" sz="1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4849727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chemeClr val="tx1"/>
                              </a:solidFill>
                            </a:rPr>
                            <a:t>U</a:t>
                          </a:r>
                          <a:endParaRPr lang="zh-CN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rgbClr val="FF0000"/>
                              </a:solidFill>
                            </a:rPr>
                            <a:t>low</a:t>
                          </a:r>
                          <a:endParaRPr lang="zh-CN" altLang="en-US" sz="1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1200" dirty="0">
                            <a:solidFill>
                              <a:srgbClr val="00B0F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1200" dirty="0">
                            <a:solidFill>
                              <a:srgbClr val="00B0F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87834556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chemeClr val="tx1"/>
                              </a:solidFill>
                            </a:rPr>
                            <a:t>V</a:t>
                          </a:r>
                          <a:endParaRPr lang="zh-CN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rgbClr val="00B0F0"/>
                              </a:solidFill>
                            </a:rPr>
                            <a:t>high</a:t>
                          </a:r>
                          <a:endParaRPr lang="zh-CN" altLang="en-US" sz="1200" dirty="0">
                            <a:solidFill>
                              <a:srgbClr val="00B0F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rgbClr val="FF0000"/>
                              </a:solidFill>
                            </a:rPr>
                            <a:t>low</a:t>
                          </a:r>
                          <a:endParaRPr lang="zh-CN" altLang="en-US" sz="1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rgbClr val="FF0000"/>
                              </a:solidFill>
                            </a:rPr>
                            <a:t>low</a:t>
                          </a:r>
                          <a:endParaRPr lang="zh-CN" altLang="en-US" sz="1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4154446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  <a:endParaRPr lang="zh-CN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rgbClr val="00B0F0"/>
                              </a:solidFill>
                            </a:rPr>
                            <a:t>high</a:t>
                          </a:r>
                          <a:endParaRPr lang="zh-CN" altLang="en-US" sz="1200" dirty="0">
                            <a:solidFill>
                              <a:srgbClr val="00B0F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rgbClr val="FF0000"/>
                              </a:solidFill>
                            </a:rPr>
                            <a:t>low</a:t>
                          </a:r>
                          <a:endParaRPr lang="zh-CN" altLang="en-US" sz="1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rgbClr val="00B0F0"/>
                              </a:solidFill>
                            </a:rPr>
                            <a:t>high</a:t>
                          </a:r>
                          <a:endParaRPr lang="zh-CN" altLang="en-US" sz="1200" dirty="0">
                            <a:solidFill>
                              <a:srgbClr val="00B0F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10007080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  <a:endParaRPr lang="zh-CN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rgbClr val="00B0F0"/>
                              </a:solidFill>
                            </a:rPr>
                            <a:t>high</a:t>
                          </a:r>
                          <a:endParaRPr lang="zh-CN" altLang="en-US" sz="1200" dirty="0">
                            <a:solidFill>
                              <a:srgbClr val="00B0F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rgbClr val="00B0F0"/>
                              </a:solidFill>
                            </a:rPr>
                            <a:t>high</a:t>
                          </a:r>
                          <a:endParaRPr lang="zh-CN" altLang="en-US" sz="1200" dirty="0">
                            <a:solidFill>
                              <a:srgbClr val="00B0F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1200" dirty="0">
                            <a:solidFill>
                              <a:srgbClr val="00B0F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7451073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243791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9CC5E3E-5BDA-0D9E-5195-2956070D1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4ACF1-8115-4F2A-BC52-125D9799F304}" type="slidenum">
              <a:rPr lang="zh-CN" altLang="en-US" smtClean="0"/>
              <a:t>15</a:t>
            </a:fld>
            <a:endParaRPr lang="zh-CN" altLang="en-US"/>
          </a:p>
        </p:txBody>
      </p:sp>
      <p:pic>
        <p:nvPicPr>
          <p:cNvPr id="3" name="图片 2" descr="图示&#10;&#10;AI 生成的内容可能不正确。">
            <a:extLst>
              <a:ext uri="{FF2B5EF4-FFF2-40B4-BE49-F238E27FC236}">
                <a16:creationId xmlns:a16="http://schemas.microsoft.com/office/drawing/2014/main" id="{B2884FC9-878B-92FD-4E11-C669C5C0D9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418" y="2562042"/>
            <a:ext cx="2226818" cy="2324144"/>
          </a:xfrm>
          <a:prstGeom prst="rect">
            <a:avLst/>
          </a:prstGeom>
        </p:spPr>
      </p:pic>
      <p:pic>
        <p:nvPicPr>
          <p:cNvPr id="4" name="图片 3" descr="背景图案&#10;&#10;AI 生成的内容可能不正确。">
            <a:extLst>
              <a:ext uri="{FF2B5EF4-FFF2-40B4-BE49-F238E27FC236}">
                <a16:creationId xmlns:a16="http://schemas.microsoft.com/office/drawing/2014/main" id="{DCD5E8B8-64A0-9F2E-C76A-121D0512CA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157" y="3017114"/>
            <a:ext cx="462852" cy="1502329"/>
          </a:xfrm>
          <a:prstGeom prst="rect">
            <a:avLst/>
          </a:prstGeom>
        </p:spPr>
      </p:pic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6AE43753-B0A5-CAAF-0C62-5C6CAB1912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27"/>
          <a:stretch>
            <a:fillRect/>
          </a:stretch>
        </p:blipFill>
        <p:spPr>
          <a:xfrm>
            <a:off x="1969259" y="2137789"/>
            <a:ext cx="2935941" cy="267971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247AA4C-D5D5-7FDD-5568-78BF015D1A29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539" t="15841" r="80297" b="58909"/>
          <a:stretch>
            <a:fillRect/>
          </a:stretch>
        </p:blipFill>
        <p:spPr bwMode="auto">
          <a:xfrm>
            <a:off x="4557706" y="2215103"/>
            <a:ext cx="1190263" cy="1255649"/>
          </a:xfrm>
          <a:prstGeom prst="ellipse">
            <a:avLst/>
          </a:prstGeom>
          <a:ln w="25400">
            <a:solidFill>
              <a:schemeClr val="tx2">
                <a:lumMod val="50000"/>
                <a:lumOff val="50000"/>
              </a:schemeClr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右箭头 6">
            <a:extLst>
              <a:ext uri="{FF2B5EF4-FFF2-40B4-BE49-F238E27FC236}">
                <a16:creationId xmlns:a16="http://schemas.microsoft.com/office/drawing/2014/main" id="{E94C6FC9-37E8-A1B9-3F3C-DAA07B349AD7}"/>
              </a:ext>
            </a:extLst>
          </p:cNvPr>
          <p:cNvSpPr/>
          <p:nvPr/>
        </p:nvSpPr>
        <p:spPr>
          <a:xfrm rot="19591622">
            <a:off x="4158757" y="3077760"/>
            <a:ext cx="618690" cy="307880"/>
          </a:xfrm>
          <a:prstGeom prst="rightArrow">
            <a:avLst>
              <a:gd name="adj1" fmla="val 50000"/>
              <a:gd name="adj2" fmla="val 73775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443AA2A-B0F8-B10A-8827-D3C9402B2595}"/>
              </a:ext>
            </a:extLst>
          </p:cNvPr>
          <p:cNvSpPr txBox="1"/>
          <p:nvPr/>
        </p:nvSpPr>
        <p:spPr>
          <a:xfrm>
            <a:off x="4586417" y="3517339"/>
            <a:ext cx="1570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en-US" altLang="zh-CN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ICA Siphon</a:t>
            </a:r>
          </a:p>
        </p:txBody>
      </p:sp>
      <p:sp>
        <p:nvSpPr>
          <p:cNvPr id="9" name="右箭头 8">
            <a:extLst>
              <a:ext uri="{FF2B5EF4-FFF2-40B4-BE49-F238E27FC236}">
                <a16:creationId xmlns:a16="http://schemas.microsoft.com/office/drawing/2014/main" id="{5F9647D6-8904-48AF-FF0F-647D2926C559}"/>
              </a:ext>
            </a:extLst>
          </p:cNvPr>
          <p:cNvSpPr/>
          <p:nvPr/>
        </p:nvSpPr>
        <p:spPr>
          <a:xfrm rot="2047587">
            <a:off x="5467644" y="3094512"/>
            <a:ext cx="504463" cy="289661"/>
          </a:xfrm>
          <a:prstGeom prst="rightArrow">
            <a:avLst>
              <a:gd name="adj1" fmla="val 50000"/>
              <a:gd name="adj2" fmla="val 73775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ED175EB-9E1D-2513-746D-6CB9F010D50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539" t="6109" r="75831" b="6828"/>
          <a:stretch>
            <a:fillRect/>
          </a:stretch>
        </p:blipFill>
        <p:spPr bwMode="auto">
          <a:xfrm>
            <a:off x="8987222" y="819784"/>
            <a:ext cx="1141624" cy="3253720"/>
          </a:xfrm>
          <a:prstGeom prst="rect">
            <a:avLst/>
          </a:prstGeom>
          <a:ln w="25400"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E8E28CD-7A95-1671-2650-08F6E1DC6E6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539" t="15841" r="80297" b="58909"/>
          <a:stretch>
            <a:fillRect/>
          </a:stretch>
        </p:blipFill>
        <p:spPr bwMode="auto">
          <a:xfrm>
            <a:off x="8949546" y="1203626"/>
            <a:ext cx="945410" cy="997345"/>
          </a:xfrm>
          <a:prstGeom prst="ellipse">
            <a:avLst/>
          </a:prstGeom>
          <a:ln w="25400">
            <a:solidFill>
              <a:schemeClr val="tx2">
                <a:lumMod val="50000"/>
                <a:lumOff val="50000"/>
              </a:schemeClr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4B5E4F1D-1242-B9F2-A9D3-B6363A5F1B1D}"/>
              </a:ext>
            </a:extLst>
          </p:cNvPr>
          <p:cNvSpPr txBox="1"/>
          <p:nvPr/>
        </p:nvSpPr>
        <p:spPr>
          <a:xfrm>
            <a:off x="8949546" y="1702022"/>
            <a:ext cx="945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ICA</a:t>
            </a:r>
          </a:p>
          <a:p>
            <a:pPr algn="ctr"/>
            <a:r>
              <a:rPr kumimoji="1" lang="en-US" altLang="zh-CN" sz="12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Siphon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5AAD53E-AF21-57C8-7977-D115CF4D853C}"/>
              </a:ext>
            </a:extLst>
          </p:cNvPr>
          <p:cNvSpPr txBox="1"/>
          <p:nvPr/>
        </p:nvSpPr>
        <p:spPr>
          <a:xfrm>
            <a:off x="9495281" y="3659215"/>
            <a:ext cx="9454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dirty="0"/>
              <a:t>CCA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8365125-D321-2F8F-79C4-353C6BDC9299}"/>
              </a:ext>
            </a:extLst>
          </p:cNvPr>
          <p:cNvSpPr txBox="1"/>
          <p:nvPr/>
        </p:nvSpPr>
        <p:spPr>
          <a:xfrm>
            <a:off x="9058076" y="2325299"/>
            <a:ext cx="945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/>
              <a:t>ICA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4302DEA-6AB9-318D-FB5C-4F39E6AC5276}"/>
              </a:ext>
            </a:extLst>
          </p:cNvPr>
          <p:cNvSpPr txBox="1"/>
          <p:nvPr/>
        </p:nvSpPr>
        <p:spPr>
          <a:xfrm>
            <a:off x="8751520" y="730518"/>
            <a:ext cx="9454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dirty="0"/>
              <a:t>ACA</a:t>
            </a:r>
          </a:p>
        </p:txBody>
      </p:sp>
    </p:spTree>
    <p:extLst>
      <p:ext uri="{BB962C8B-B14F-4D97-AF65-F5344CB8AC3E}">
        <p14:creationId xmlns:p14="http://schemas.microsoft.com/office/powerpoint/2010/main" val="37550379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C76AFC0F-D79A-1849-6046-E87A21A3070E}"/>
              </a:ext>
            </a:extLst>
          </p:cNvPr>
          <p:cNvSpPr/>
          <p:nvPr/>
        </p:nvSpPr>
        <p:spPr>
          <a:xfrm>
            <a:off x="4297363" y="2238375"/>
            <a:ext cx="1238250" cy="47625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CAFD24F-0CC5-A433-534D-DA4AF51690A5}"/>
              </a:ext>
            </a:extLst>
          </p:cNvPr>
          <p:cNvSpPr/>
          <p:nvPr/>
        </p:nvSpPr>
        <p:spPr>
          <a:xfrm>
            <a:off x="1416050" y="949325"/>
            <a:ext cx="1238250" cy="476250"/>
          </a:xfrm>
          <a:prstGeom prst="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69ECB03-A2F4-4CC9-6CDE-0D525011E31E}"/>
              </a:ext>
            </a:extLst>
          </p:cNvPr>
          <p:cNvSpPr txBox="1"/>
          <p:nvPr/>
        </p:nvSpPr>
        <p:spPr>
          <a:xfrm>
            <a:off x="1600200" y="987395"/>
            <a:ext cx="8699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Strat</a:t>
            </a:r>
            <a:endParaRPr lang="zh-CN" altLang="en-US" sz="2000" dirty="0"/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EB42747B-A9C2-2419-BDC9-BE237312B8D0}"/>
              </a:ext>
            </a:extLst>
          </p:cNvPr>
          <p:cNvCxnSpPr>
            <a:stCxn id="2" idx="2"/>
          </p:cNvCxnSpPr>
          <p:nvPr/>
        </p:nvCxnSpPr>
        <p:spPr>
          <a:xfrm>
            <a:off x="2035175" y="1425575"/>
            <a:ext cx="0" cy="5429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流程图: 决策 5">
            <a:extLst>
              <a:ext uri="{FF2B5EF4-FFF2-40B4-BE49-F238E27FC236}">
                <a16:creationId xmlns:a16="http://schemas.microsoft.com/office/drawing/2014/main" id="{AF04E210-526D-7D03-85D1-2A2395771CAA}"/>
              </a:ext>
            </a:extLst>
          </p:cNvPr>
          <p:cNvSpPr/>
          <p:nvPr/>
        </p:nvSpPr>
        <p:spPr>
          <a:xfrm>
            <a:off x="700088" y="1968500"/>
            <a:ext cx="2670174" cy="1016000"/>
          </a:xfrm>
          <a:prstGeom prst="flowChartDecision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927F6562-C396-6441-BE06-F9B6908D12B5}"/>
                  </a:ext>
                </a:extLst>
              </p:cNvPr>
              <p:cNvSpPr txBox="1"/>
              <p:nvPr/>
            </p:nvSpPr>
            <p:spPr>
              <a:xfrm>
                <a:off x="996949" y="2166940"/>
                <a:ext cx="2119314" cy="3694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𝐶𝑅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𝐶𝑅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927F6562-C396-6441-BE06-F9B6908D12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949" y="2166940"/>
                <a:ext cx="2119314" cy="3694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42F65EF-1338-4922-4545-9AA5B10044C9}"/>
                  </a:ext>
                </a:extLst>
              </p:cNvPr>
              <p:cNvSpPr txBox="1"/>
              <p:nvPr/>
            </p:nvSpPr>
            <p:spPr>
              <a:xfrm>
                <a:off x="996949" y="2368974"/>
                <a:ext cx="2119314" cy="3694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𝐶𝑅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𝐶𝑅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42F65EF-1338-4922-4545-9AA5B10044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949" y="2368974"/>
                <a:ext cx="2119314" cy="3694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53A8B022-1DF7-1462-62BB-FFF50495CE12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3370262" y="2476500"/>
            <a:ext cx="9271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A98B6CA2-2E5C-2CB0-CFD2-5372389F3FD3}"/>
              </a:ext>
            </a:extLst>
          </p:cNvPr>
          <p:cNvCxnSpPr/>
          <p:nvPr/>
        </p:nvCxnSpPr>
        <p:spPr>
          <a:xfrm>
            <a:off x="2035175" y="2984500"/>
            <a:ext cx="0" cy="5429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流程图: 决策 14">
            <a:extLst>
              <a:ext uri="{FF2B5EF4-FFF2-40B4-BE49-F238E27FC236}">
                <a16:creationId xmlns:a16="http://schemas.microsoft.com/office/drawing/2014/main" id="{A9AF2770-9FB4-337C-7D33-F4F959DAA769}"/>
              </a:ext>
            </a:extLst>
          </p:cNvPr>
          <p:cNvSpPr/>
          <p:nvPr/>
        </p:nvSpPr>
        <p:spPr>
          <a:xfrm>
            <a:off x="700088" y="3527425"/>
            <a:ext cx="2670174" cy="1016000"/>
          </a:xfrm>
          <a:prstGeom prst="flowChartDecision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645C998-BA5C-CE37-B1AF-4D0A3D35AFF2}"/>
                  </a:ext>
                </a:extLst>
              </p:cNvPr>
              <p:cNvSpPr txBox="1"/>
              <p:nvPr/>
            </p:nvSpPr>
            <p:spPr>
              <a:xfrm>
                <a:off x="996949" y="3850695"/>
                <a:ext cx="2119314" cy="3694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𝐶𝑅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𝐶𝑅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645C998-BA5C-CE37-B1AF-4D0A3D35AF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949" y="3850695"/>
                <a:ext cx="2119314" cy="3694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244E790A-AC5B-2825-A661-485ABCB30D61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3370262" y="4035425"/>
            <a:ext cx="9271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3FC8018C-C135-E03A-6058-969837BF5658}"/>
              </a:ext>
            </a:extLst>
          </p:cNvPr>
          <p:cNvSpPr txBox="1"/>
          <p:nvPr/>
        </p:nvSpPr>
        <p:spPr>
          <a:xfrm>
            <a:off x="4265613" y="2276445"/>
            <a:ext cx="13017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S Type</a:t>
            </a:r>
            <a:endParaRPr lang="zh-CN" altLang="en-US" sz="20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E38CAB7-242D-3D81-C1BB-94CEEC455520}"/>
              </a:ext>
            </a:extLst>
          </p:cNvPr>
          <p:cNvSpPr txBox="1"/>
          <p:nvPr/>
        </p:nvSpPr>
        <p:spPr>
          <a:xfrm>
            <a:off x="3116263" y="2166940"/>
            <a:ext cx="13017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/>
              <a:t>Yes</a:t>
            </a:r>
            <a:endParaRPr lang="zh-CN" altLang="en-US" sz="160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27BEA11-DAFF-58DE-2153-054BE4CF043F}"/>
              </a:ext>
            </a:extLst>
          </p:cNvPr>
          <p:cNvSpPr txBox="1"/>
          <p:nvPr/>
        </p:nvSpPr>
        <p:spPr>
          <a:xfrm>
            <a:off x="3116263" y="3722241"/>
            <a:ext cx="13017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/>
              <a:t>Yes</a:t>
            </a:r>
            <a:endParaRPr lang="zh-CN" altLang="en-US" sz="16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19AC112-3E7E-6528-8E49-160D97068289}"/>
              </a:ext>
            </a:extLst>
          </p:cNvPr>
          <p:cNvSpPr txBox="1"/>
          <p:nvPr/>
        </p:nvSpPr>
        <p:spPr>
          <a:xfrm>
            <a:off x="1600200" y="3034878"/>
            <a:ext cx="13017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/>
              <a:t>No</a:t>
            </a:r>
            <a:endParaRPr lang="zh-CN" altLang="en-US" sz="1600" dirty="0"/>
          </a:p>
        </p:txBody>
      </p:sp>
      <p:sp>
        <p:nvSpPr>
          <p:cNvPr id="24" name="流程图: 决策 23">
            <a:extLst>
              <a:ext uri="{FF2B5EF4-FFF2-40B4-BE49-F238E27FC236}">
                <a16:creationId xmlns:a16="http://schemas.microsoft.com/office/drawing/2014/main" id="{3EEBDCEE-C400-DB31-BAC8-0BBCCEB66831}"/>
              </a:ext>
            </a:extLst>
          </p:cNvPr>
          <p:cNvSpPr/>
          <p:nvPr/>
        </p:nvSpPr>
        <p:spPr>
          <a:xfrm>
            <a:off x="4297363" y="3527425"/>
            <a:ext cx="2670174" cy="1016000"/>
          </a:xfrm>
          <a:prstGeom prst="flowChartDecision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64994879-B1B8-E8C4-5728-E8AE50F9B1D9}"/>
                  </a:ext>
                </a:extLst>
              </p:cNvPr>
              <p:cNvSpPr txBox="1"/>
              <p:nvPr/>
            </p:nvSpPr>
            <p:spPr>
              <a:xfrm>
                <a:off x="4594224" y="3850695"/>
                <a:ext cx="2119314" cy="3694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b>
                          <m:r>
                            <a:rPr lang="zh-CN" alt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sub>
                      </m:sSub>
                    </m:oMath>
                  </m:oMathPara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64994879-B1B8-E8C4-5728-E8AE50F9B1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4224" y="3850695"/>
                <a:ext cx="2119314" cy="369460"/>
              </a:xfrm>
              <a:prstGeom prst="rect">
                <a:avLst/>
              </a:prstGeom>
              <a:blipFill>
                <a:blip r:embed="rId5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6D5E000D-2E03-8CF9-F348-58ABAC3EF89E}"/>
              </a:ext>
            </a:extLst>
          </p:cNvPr>
          <p:cNvCxnSpPr>
            <a:cxnSpLocks/>
          </p:cNvCxnSpPr>
          <p:nvPr/>
        </p:nvCxnSpPr>
        <p:spPr>
          <a:xfrm>
            <a:off x="6943725" y="4035425"/>
            <a:ext cx="9271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5A25C988-3171-5FD3-D1E8-32ECA4F648A7}"/>
              </a:ext>
            </a:extLst>
          </p:cNvPr>
          <p:cNvSpPr txBox="1"/>
          <p:nvPr/>
        </p:nvSpPr>
        <p:spPr>
          <a:xfrm>
            <a:off x="6689726" y="3722241"/>
            <a:ext cx="13017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/>
              <a:t>Yes</a:t>
            </a:r>
            <a:endParaRPr lang="zh-CN" altLang="en-US" sz="1600" dirty="0"/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FACE14E0-CDBD-D803-3C04-0652B1A4F49E}"/>
              </a:ext>
            </a:extLst>
          </p:cNvPr>
          <p:cNvCxnSpPr/>
          <p:nvPr/>
        </p:nvCxnSpPr>
        <p:spPr>
          <a:xfrm>
            <a:off x="5632291" y="4542920"/>
            <a:ext cx="0" cy="5429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AAACAA9F-7031-6344-620F-DFD4DCB4DC9E}"/>
              </a:ext>
            </a:extLst>
          </p:cNvPr>
          <p:cNvSpPr txBox="1"/>
          <p:nvPr/>
        </p:nvSpPr>
        <p:spPr>
          <a:xfrm>
            <a:off x="5197316" y="4593298"/>
            <a:ext cx="13017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/>
              <a:t>No</a:t>
            </a:r>
            <a:endParaRPr lang="zh-CN" altLang="en-US" sz="1600" dirty="0"/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2CDF635A-4D02-B966-944E-2F0385BE97B9}"/>
              </a:ext>
            </a:extLst>
          </p:cNvPr>
          <p:cNvCxnSpPr/>
          <p:nvPr/>
        </p:nvCxnSpPr>
        <p:spPr>
          <a:xfrm>
            <a:off x="2035175" y="4542920"/>
            <a:ext cx="0" cy="5429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1F166DD9-50E2-456D-3090-F672FCDAD35C}"/>
              </a:ext>
            </a:extLst>
          </p:cNvPr>
          <p:cNvSpPr txBox="1"/>
          <p:nvPr/>
        </p:nvSpPr>
        <p:spPr>
          <a:xfrm>
            <a:off x="1600200" y="4593298"/>
            <a:ext cx="13017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/>
              <a:t>No</a:t>
            </a:r>
            <a:endParaRPr lang="zh-CN" altLang="en-US" sz="1600" dirty="0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4FAEC39A-1DEB-D7A5-2B90-2DF7BCAF2A19}"/>
              </a:ext>
            </a:extLst>
          </p:cNvPr>
          <p:cNvSpPr/>
          <p:nvPr/>
        </p:nvSpPr>
        <p:spPr>
          <a:xfrm>
            <a:off x="7870826" y="3779361"/>
            <a:ext cx="1238250" cy="47625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BEEACF4A-582F-16CB-F495-914BCB7EDEDD}"/>
              </a:ext>
            </a:extLst>
          </p:cNvPr>
          <p:cNvSpPr txBox="1"/>
          <p:nvPr/>
        </p:nvSpPr>
        <p:spPr>
          <a:xfrm>
            <a:off x="7839076" y="3817431"/>
            <a:ext cx="13017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C Type</a:t>
            </a:r>
            <a:endParaRPr lang="zh-CN" altLang="en-US" sz="2000" dirty="0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8F058479-5D2C-5B7B-8DB1-C65EB96E3CD9}"/>
              </a:ext>
            </a:extLst>
          </p:cNvPr>
          <p:cNvSpPr/>
          <p:nvPr/>
        </p:nvSpPr>
        <p:spPr>
          <a:xfrm>
            <a:off x="5013166" y="5085845"/>
            <a:ext cx="1238250" cy="476250"/>
          </a:xfrm>
          <a:prstGeom prst="rect">
            <a:avLst/>
          </a:prstGeom>
          <a:solidFill>
            <a:srgbClr val="FFFF00"/>
          </a:solidFill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B6C0A6B4-56AA-204A-09B7-230A0F8724FA}"/>
              </a:ext>
            </a:extLst>
          </p:cNvPr>
          <p:cNvSpPr txBox="1"/>
          <p:nvPr/>
        </p:nvSpPr>
        <p:spPr>
          <a:xfrm>
            <a:off x="4981416" y="5123915"/>
            <a:ext cx="13017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V Type</a:t>
            </a:r>
            <a:endParaRPr lang="zh-CN" altLang="en-US" sz="2000" dirty="0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D4A53756-CCC2-064F-C121-334D998E22DA}"/>
              </a:ext>
            </a:extLst>
          </p:cNvPr>
          <p:cNvSpPr/>
          <p:nvPr/>
        </p:nvSpPr>
        <p:spPr>
          <a:xfrm>
            <a:off x="1416050" y="5085845"/>
            <a:ext cx="1238250" cy="47625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83799623-CCD4-6D50-F952-61D2D099876D}"/>
              </a:ext>
            </a:extLst>
          </p:cNvPr>
          <p:cNvSpPr txBox="1"/>
          <p:nvPr/>
        </p:nvSpPr>
        <p:spPr>
          <a:xfrm>
            <a:off x="1384300" y="5123915"/>
            <a:ext cx="13017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U Type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817734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1391</TotalTime>
  <Words>353</Words>
  <Application>Microsoft Office PowerPoint</Application>
  <PresentationFormat>宽屏</PresentationFormat>
  <Paragraphs>190</Paragraphs>
  <Slides>16</Slides>
  <Notes>0</Notes>
  <HiddenSlides>15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1" baseType="lpstr">
      <vt:lpstr>等线</vt:lpstr>
      <vt:lpstr>等线 Light</vt:lpstr>
      <vt:lpstr>Arial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馮　建晴</dc:creator>
  <cp:lastModifiedBy>馮　建晴</cp:lastModifiedBy>
  <cp:revision>2</cp:revision>
  <dcterms:created xsi:type="dcterms:W3CDTF">2025-12-15T13:18:41Z</dcterms:created>
  <dcterms:modified xsi:type="dcterms:W3CDTF">2026-01-03T06:04:21Z</dcterms:modified>
</cp:coreProperties>
</file>