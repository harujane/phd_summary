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57" r:id="rId5"/>
    <p:sldId id="258" r:id="rId6"/>
    <p:sldId id="260" r:id="rId7"/>
    <p:sldId id="261" r:id="rId8"/>
    <p:sldId id="259" r:id="rId9"/>
    <p:sldId id="262" r:id="rId10"/>
    <p:sldId id="263" r:id="rId11"/>
    <p:sldId id="264" r:id="rId12"/>
    <p:sldId id="265" r:id="rId13"/>
    <p:sldId id="266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0590"/>
    <a:srgbClr val="FF4A37"/>
    <a:srgbClr val="FD001F"/>
    <a:srgbClr val="EF1C25"/>
    <a:srgbClr val="1F1FE4"/>
    <a:srgbClr val="2CA02C"/>
    <a:srgbClr val="FF7F0E"/>
    <a:srgbClr val="1F77B4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BDADC2-20C3-4749-8E71-059B5ADD8E21}" v="4" dt="2025-10-30T04:27:43.964"/>
    <p1510:client id="{85F9F26C-F3D3-427D-B94F-1A4CEFE7EFA1}" v="20" dt="2025-10-29T10:15:33.5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89" autoAdjust="0"/>
    <p:restoredTop sz="94629"/>
  </p:normalViewPr>
  <p:slideViewPr>
    <p:cSldViewPr snapToGrid="0">
      <p:cViewPr>
        <p:scale>
          <a:sx n="137" d="100"/>
          <a:sy n="137" d="100"/>
        </p:scale>
        <p:origin x="888" y="-1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F555588-7336-3DC2-1C6D-04E4EEA9F3F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9401EE-C5F4-31D4-8FAF-51C12C18FBE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E82810-E527-9444-9B68-FD3A6DB9E3F6}" type="datetimeFigureOut">
              <a:rPr lang="en-JP" smtClean="0"/>
              <a:t>12/15/25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BD052D-30CB-3829-FDB0-B95EE7A32C2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6F3B3-E695-CE13-14AB-AFAAD7ACF05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635638-CE19-3F4E-803F-1AC0539B708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3765835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3AE68F-7A41-4562-A434-9A7450DC5171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5703B5-7315-49BF-BAF0-699B98099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808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3F294-A370-4A98-80BF-0191B791605B}" type="datetime1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2D57-A3E8-4CA3-AECA-3E232E07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699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8AB99-BB48-4A23-9C38-D82498DCD7D2}" type="datetime1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2D57-A3E8-4CA3-AECA-3E232E07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58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B1E5-E16E-41CE-8E99-9A4B321997AB}" type="datetime1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2D57-A3E8-4CA3-AECA-3E232E07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44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94C8A-D588-4B91-B1F8-6BC70D9335F6}" type="datetime1">
              <a:rPr lang="en-US" smtClean="0"/>
              <a:t>12/15/25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2D57-A3E8-4CA3-AECA-3E232E07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66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03BA0-62BC-4F52-AB89-2349345C9802}" type="datetime1">
              <a:rPr lang="en-US" smtClean="0"/>
              <a:t>12/15/25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2D57-A3E8-4CA3-AECA-3E232E07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273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A24F4-B604-463B-ACFC-3814367B6971}" type="datetime1">
              <a:rPr lang="en-US" smtClean="0"/>
              <a:t>12/15/25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2D57-A3E8-4CA3-AECA-3E232E07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764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76F5A-ABFC-47B6-9E7F-506A8FB23B1B}" type="datetime1">
              <a:rPr lang="en-US" smtClean="0"/>
              <a:t>12/15/25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2D57-A3E8-4CA3-AECA-3E232E07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834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15E4F-32DB-4CD5-A1C4-8F9385249E16}" type="datetime1">
              <a:rPr lang="en-US" smtClean="0"/>
              <a:t>12/15/25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2D57-A3E8-4CA3-AECA-3E232E07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187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D3054-2308-48F0-A359-D8D3A97337F4}" type="datetime1">
              <a:rPr lang="en-US" smtClean="0"/>
              <a:t>12/15/25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2D57-A3E8-4CA3-AECA-3E232E07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808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803E-953C-4C7C-93C5-6629A58DBA41}" type="datetime1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2D57-A3E8-4CA3-AECA-3E232E07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622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7441-C502-4BD8-9934-072B9F194D88}" type="datetime1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2D57-A3E8-4CA3-AECA-3E232E07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959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63616"/>
            <a:ext cx="7886700" cy="6174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783771"/>
            <a:ext cx="7886700" cy="5393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5033B-4B07-41F3-BC76-3E2E3C32D783}" type="datetime1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FE2D57-A3E8-4CA3-AECA-3E232E072E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705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Hiragino Maru Gothic Pro W4" panose="020F0400000000000000"/>
          <a:ea typeface="Hiragino Maru Gothic Pro W4" panose="020F040000000000000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iragino Maru Gothic Pro W4" panose="020F0400000000000000"/>
          <a:ea typeface="Hiragino Maru Gothic Pro W4" panose="020F040000000000000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iragino Maru Gothic Pro W4" panose="020F0400000000000000"/>
          <a:ea typeface="Hiragino Maru Gothic Pro W4" panose="020F040000000000000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Hiragino Maru Gothic Pro W4" panose="020F0400000000000000"/>
          <a:ea typeface="Hiragino Maru Gothic Pro W4" panose="020F040000000000000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Hiragino Maru Gothic Pro W4" panose="020F0400000000000000"/>
          <a:ea typeface="Hiragino Maru Gothic Pro W4" panose="020F040000000000000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Hiragino Maru Gothic Pro W4" panose="020F0400000000000000"/>
          <a:ea typeface="Hiragino Maru Gothic Pro W4" panose="020F040000000000000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DA3A84-745A-E0E5-B4E5-FA52192BE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Distal </a:t>
            </a:r>
            <a:r>
              <a:rPr lang="en-US" dirty="0"/>
              <a:t>Alignment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0565C557-58A7-A523-1227-E465FA459A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38075" y="1318117"/>
            <a:ext cx="4467849" cy="4324954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36C50D-4CD1-C071-E2C1-4FACD0596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2D57-A3E8-4CA3-AECA-3E232E072EBD}" type="slidenum">
              <a:rPr lang="en-US" smtClean="0"/>
              <a:t>1</a:t>
            </a:fld>
            <a:endParaRPr 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F2B3FC8-A88C-C6EC-F279-7D3326A31EBB}"/>
              </a:ext>
            </a:extLst>
          </p:cNvPr>
          <p:cNvSpPr txBox="1"/>
          <p:nvPr/>
        </p:nvSpPr>
        <p:spPr>
          <a:xfrm>
            <a:off x="2781620" y="2159213"/>
            <a:ext cx="765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Distal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258E3EB-A75C-4F69-4462-DD23A008C6D8}"/>
              </a:ext>
            </a:extLst>
          </p:cNvPr>
          <p:cNvSpPr txBox="1"/>
          <p:nvPr/>
        </p:nvSpPr>
        <p:spPr>
          <a:xfrm>
            <a:off x="5408752" y="5355217"/>
            <a:ext cx="1049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Proximal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C8BDFEA-FD49-7D1E-702C-54867DEE2A84}"/>
              </a:ext>
            </a:extLst>
          </p:cNvPr>
          <p:cNvSpPr txBox="1"/>
          <p:nvPr/>
        </p:nvSpPr>
        <p:spPr>
          <a:xfrm>
            <a:off x="4961194" y="1422400"/>
            <a:ext cx="447558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B1</a:t>
            </a:r>
            <a:endParaRPr 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FD61F5-FC49-2BE2-6FAF-8F32408DABA3}"/>
              </a:ext>
            </a:extLst>
          </p:cNvPr>
          <p:cNvSpPr txBox="1"/>
          <p:nvPr/>
        </p:nvSpPr>
        <p:spPr>
          <a:xfrm>
            <a:off x="2400127" y="3531810"/>
            <a:ext cx="447558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B2</a:t>
            </a:r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1878590-1851-8CD0-86D1-D74CB259F6C8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4567654" y="1607066"/>
            <a:ext cx="393540" cy="48560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A295ECC-73EC-AF5D-FB6D-157C1DD323A7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2847685" y="3450332"/>
            <a:ext cx="925662" cy="26614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1803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1CBBC7-497D-C348-8CB3-4BB5FD07F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Distal alignment</a:t>
            </a:r>
            <a:br>
              <a:rPr lang="en-US" dirty="0"/>
            </a:br>
            <a:r>
              <a:rPr lang="en-US" dirty="0"/>
              <a:t>3 PCs to 92% CVE (CMA: 6 PCs needed)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AC47367-0B5E-82A9-B013-304EB1D361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647578"/>
            <a:ext cx="7886700" cy="3892079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1BBBC8-9C55-7B71-82F8-00ECA3B7E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2D57-A3E8-4CA3-AECA-3E232E072EBD}" type="slidenum">
              <a:rPr lang="en-US" smtClean="0"/>
              <a:t>2</a:t>
            </a:fld>
            <a:endParaRPr 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2D071D64-F1F2-F57B-5245-FD308E3051EB}"/>
              </a:ext>
            </a:extLst>
          </p:cNvPr>
          <p:cNvGrpSpPr/>
          <p:nvPr/>
        </p:nvGrpSpPr>
        <p:grpSpPr>
          <a:xfrm>
            <a:off x="4914900" y="4700133"/>
            <a:ext cx="3429000" cy="2009342"/>
            <a:chOff x="4914900" y="4700133"/>
            <a:chExt cx="3429000" cy="2009342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19C69560-77F7-103B-AC23-A2CC6D2BDF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14900" y="5021084"/>
              <a:ext cx="3429000" cy="1688391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DB1A7D3-2DA0-052A-D54D-8D266982072D}"/>
                </a:ext>
              </a:extLst>
            </p:cNvPr>
            <p:cNvSpPr txBox="1"/>
            <p:nvPr/>
          </p:nvSpPr>
          <p:spPr>
            <a:xfrm>
              <a:off x="5988807" y="4700133"/>
              <a:ext cx="12811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CMA </a:t>
              </a:r>
              <a:r>
                <a:rPr lang="en-US" altLang="zh-CN" dirty="0"/>
                <a:t>result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1819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内容占位符 11">
            <a:extLst>
              <a:ext uri="{FF2B5EF4-FFF2-40B4-BE49-F238E27FC236}">
                <a16:creationId xmlns:a16="http://schemas.microsoft.com/office/drawing/2014/main" id="{FF05C0D0-3F09-0BD7-415B-A118F54169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2998"/>
          <a:stretch>
            <a:fillRect/>
          </a:stretch>
        </p:blipFill>
        <p:spPr>
          <a:xfrm>
            <a:off x="226456" y="608129"/>
            <a:ext cx="7520544" cy="6113347"/>
          </a:xfrm>
          <a:prstGeom prst="rect">
            <a:avLst/>
          </a:prstGeom>
        </p:spPr>
      </p:pic>
      <p:pic>
        <p:nvPicPr>
          <p:cNvPr id="13" name="内容占位符 11">
            <a:extLst>
              <a:ext uri="{FF2B5EF4-FFF2-40B4-BE49-F238E27FC236}">
                <a16:creationId xmlns:a16="http://schemas.microsoft.com/office/drawing/2014/main" id="{ED626203-2090-7E18-9759-B7562EE77A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1696"/>
          <a:stretch>
            <a:fillRect/>
          </a:stretch>
        </p:blipFill>
        <p:spPr>
          <a:xfrm>
            <a:off x="7465218" y="608129"/>
            <a:ext cx="810976" cy="611334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ED61040-96E7-2E7A-DBB5-9E7C58067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Distal Alignment</a:t>
            </a:r>
            <a:br>
              <a:rPr lang="en-US" dirty="0"/>
            </a:br>
            <a:r>
              <a:rPr lang="en-US" dirty="0"/>
              <a:t>1 total cluster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9EE88C-3819-2FBC-A0D9-726B4E9BD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2D57-A3E8-4CA3-AECA-3E232E072EB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933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5BD2178-1BAA-5260-5ED5-810841821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P" dirty="0"/>
              <a:t>Distal Alignment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DB0CF2C-E012-5541-9C94-15ACE69E9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2D57-A3E8-4CA3-AECA-3E232E072EBD}" type="slidenum">
              <a:rPr lang="en-US" smtClean="0"/>
              <a:t>4</a:t>
            </a:fld>
            <a:endParaRPr lang="en-US"/>
          </a:p>
        </p:txBody>
      </p:sp>
      <p:pic>
        <p:nvPicPr>
          <p:cNvPr id="6" name="图片 3">
            <a:extLst>
              <a:ext uri="{FF2B5EF4-FFF2-40B4-BE49-F238E27FC236}">
                <a16:creationId xmlns:a16="http://schemas.microsoft.com/office/drawing/2014/main" id="{F5972654-7FD0-9457-51A8-4F808B37E7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85122" y="784225"/>
            <a:ext cx="6173755" cy="5392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795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1997E2-29A6-15AB-36AC-3B14B7F45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Distal Alignment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1BF1DAA3-597D-3A51-3998-E061E947E1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0099" y="1730223"/>
            <a:ext cx="8140829" cy="3397553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A90B16-1A04-A7F2-C4C0-30F80068B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2D57-A3E8-4CA3-AECA-3E232E072EBD}" type="slidenum">
              <a:rPr lang="en-US" smtClean="0"/>
              <a:t>5</a:t>
            </a:fld>
            <a:endParaRPr 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FB55908-A96A-7F7B-03D1-B215F2D2A085}"/>
              </a:ext>
            </a:extLst>
          </p:cNvPr>
          <p:cNvSpPr txBox="1"/>
          <p:nvPr/>
        </p:nvSpPr>
        <p:spPr>
          <a:xfrm>
            <a:off x="198653" y="1999827"/>
            <a:ext cx="601447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PC1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altLang="zh-CN" dirty="0"/>
              <a:t>PC2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PC3</a:t>
            </a:r>
          </a:p>
        </p:txBody>
      </p:sp>
    </p:spTree>
    <p:extLst>
      <p:ext uri="{BB962C8B-B14F-4D97-AF65-F5344CB8AC3E}">
        <p14:creationId xmlns:p14="http://schemas.microsoft.com/office/powerpoint/2010/main" val="2566523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98734-B998-748F-1D3D-9ABF0C95A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内容占位符 11">
            <a:extLst>
              <a:ext uri="{FF2B5EF4-FFF2-40B4-BE49-F238E27FC236}">
                <a16:creationId xmlns:a16="http://schemas.microsoft.com/office/drawing/2014/main" id="{7B5AB0E3-D31C-251D-B5C5-CC103E32B8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9917" y="1537223"/>
            <a:ext cx="4944165" cy="388674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0453F04-0CF0-562D-40D4-A0D02C855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Proximal </a:t>
            </a:r>
            <a:r>
              <a:rPr lang="en-US" dirty="0"/>
              <a:t>Alignment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E6BE39-3CAD-D929-FD53-5330D1A20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2D57-A3E8-4CA3-AECA-3E232E072EBD}" type="slidenum">
              <a:rPr lang="en-US" smtClean="0"/>
              <a:t>6</a:t>
            </a:fld>
            <a:endParaRPr 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33714E6-7C5B-D7D1-4410-34F41C508981}"/>
              </a:ext>
            </a:extLst>
          </p:cNvPr>
          <p:cNvSpPr txBox="1"/>
          <p:nvPr/>
        </p:nvSpPr>
        <p:spPr>
          <a:xfrm>
            <a:off x="5550393" y="3076888"/>
            <a:ext cx="765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Distal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D7F44E2-1D01-C27B-C9AE-DC4B9EB706B4}"/>
              </a:ext>
            </a:extLst>
          </p:cNvPr>
          <p:cNvSpPr txBox="1"/>
          <p:nvPr/>
        </p:nvSpPr>
        <p:spPr>
          <a:xfrm>
            <a:off x="1050719" y="1926217"/>
            <a:ext cx="1049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Proximal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72D0E80-F681-2FCA-D957-2F84016862A0}"/>
              </a:ext>
            </a:extLst>
          </p:cNvPr>
          <p:cNvSpPr txBox="1"/>
          <p:nvPr/>
        </p:nvSpPr>
        <p:spPr>
          <a:xfrm>
            <a:off x="2828077" y="5239299"/>
            <a:ext cx="447558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B1</a:t>
            </a:r>
            <a:endParaRPr 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A1D0C75-1A46-EF0E-48C8-357E9F8B7BC6}"/>
              </a:ext>
            </a:extLst>
          </p:cNvPr>
          <p:cNvSpPr txBox="1"/>
          <p:nvPr/>
        </p:nvSpPr>
        <p:spPr>
          <a:xfrm>
            <a:off x="4124441" y="2110883"/>
            <a:ext cx="447558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B2</a:t>
            </a:r>
            <a:endParaRPr lang="en-US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F14EC07-702B-04EE-6897-0E946FA8EB9C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3051856" y="4606724"/>
            <a:ext cx="397400" cy="63257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127E349-1867-4DF9-B204-178782607417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3541852" y="2295549"/>
            <a:ext cx="582589" cy="48237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5205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D329B-508C-40BB-E0C0-158887AF0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74E107-AC58-5262-A974-25636B2D6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Proximal Alignment</a:t>
            </a:r>
            <a:br>
              <a:rPr lang="en-US" dirty="0"/>
            </a:br>
            <a:r>
              <a:rPr lang="en-US" dirty="0"/>
              <a:t>3 PCs to 90% CVE (CMA: 6 PCs needed)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4536C979-368C-2336-6C08-486A9C7B33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8650" y="647578"/>
            <a:ext cx="7886700" cy="3892079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9CB019-0FF3-88C1-ECCF-0BA5D310C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2D57-A3E8-4CA3-AECA-3E232E072EBD}" type="slidenum">
              <a:rPr lang="en-US" smtClean="0"/>
              <a:t>7</a:t>
            </a:fld>
            <a:endParaRPr 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049A9FA5-B024-0D0E-7B95-C035141EEB1D}"/>
              </a:ext>
            </a:extLst>
          </p:cNvPr>
          <p:cNvGrpSpPr/>
          <p:nvPr/>
        </p:nvGrpSpPr>
        <p:grpSpPr>
          <a:xfrm>
            <a:off x="4914900" y="4700133"/>
            <a:ext cx="3429000" cy="2009342"/>
            <a:chOff x="4914900" y="4700133"/>
            <a:chExt cx="3429000" cy="2009342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AD58693A-AF56-5B56-9349-C0FFFC374B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14900" y="5021084"/>
              <a:ext cx="3429000" cy="1688391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A602D100-E129-1B40-56E3-4CD45150A05B}"/>
                </a:ext>
              </a:extLst>
            </p:cNvPr>
            <p:cNvSpPr txBox="1"/>
            <p:nvPr/>
          </p:nvSpPr>
          <p:spPr>
            <a:xfrm>
              <a:off x="5988807" y="4700133"/>
              <a:ext cx="12811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CMA </a:t>
              </a:r>
              <a:r>
                <a:rPr lang="en-US" altLang="zh-CN" dirty="0"/>
                <a:t>result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23417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4FBB3-D496-4C1F-1141-323863ADD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07020A-71D9-0DA8-BEA1-43AF71628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Proximal Alignment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ACF4C5D7-3A52-369A-DCCA-40BAA8B0F5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0099" y="1730223"/>
            <a:ext cx="8140829" cy="3397553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F9B815-F863-6188-C74C-ECD9193A7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2D57-A3E8-4CA3-AECA-3E232E072EBD}" type="slidenum">
              <a:rPr lang="en-US" smtClean="0"/>
              <a:t>8</a:t>
            </a:fld>
            <a:endParaRPr 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1662B4B-A67F-E9E2-4B1F-3AB067740D88}"/>
              </a:ext>
            </a:extLst>
          </p:cNvPr>
          <p:cNvSpPr txBox="1"/>
          <p:nvPr/>
        </p:nvSpPr>
        <p:spPr>
          <a:xfrm>
            <a:off x="198653" y="1999827"/>
            <a:ext cx="601447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PC1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altLang="zh-CN" dirty="0"/>
              <a:t>PC2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PC3</a:t>
            </a:r>
          </a:p>
        </p:txBody>
      </p:sp>
    </p:spTree>
    <p:extLst>
      <p:ext uri="{BB962C8B-B14F-4D97-AF65-F5344CB8AC3E}">
        <p14:creationId xmlns:p14="http://schemas.microsoft.com/office/powerpoint/2010/main" val="4113012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934FE-6A19-03DF-8B68-928B29BFB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2B30CD-EFAA-F410-4F9C-A52AAE0C8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Proximal Alignment</a:t>
            </a:r>
            <a:br>
              <a:rPr lang="en-US" dirty="0"/>
            </a:br>
            <a:r>
              <a:rPr lang="en-US" dirty="0"/>
              <a:t>1 total cluster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44A660-F2D9-87EF-0351-BA8AE780D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2D57-A3E8-4CA3-AECA-3E232E072EBD}" type="slidenum">
              <a:rPr lang="en-US" smtClean="0"/>
              <a:t>9</a:t>
            </a:fld>
            <a:endParaRPr lang="en-US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0E136B71-2693-BA84-2756-42B8425F28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3591"/>
          <a:stretch>
            <a:fillRect/>
          </a:stretch>
        </p:blipFill>
        <p:spPr>
          <a:xfrm>
            <a:off x="628650" y="790084"/>
            <a:ext cx="7199529" cy="580819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AEE34E4-BF1D-ED6E-F7BA-89496645EE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125"/>
          <a:stretch>
            <a:fillRect/>
          </a:stretch>
        </p:blipFill>
        <p:spPr>
          <a:xfrm>
            <a:off x="7677150" y="902304"/>
            <a:ext cx="628650" cy="5636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284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958439-DBE9-23B5-1413-E13EB40B0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Proximal Alignment</a:t>
            </a:r>
            <a:endParaRPr 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8338E008-34B8-AF23-EF6D-7F25D66D6C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3791" y="784225"/>
            <a:ext cx="6176417" cy="5392738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85EFC5-16D7-A06B-B358-9E805EFE1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2D57-A3E8-4CA3-AECA-3E232E072EB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446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中性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95AECFA97F9F3C46BDF5A046F839E085" ma:contentTypeVersion="12" ma:contentTypeDescription="新しいドキュメントを作成します。" ma:contentTypeScope="" ma:versionID="5d06371049bf1f26726c55e5ebe68a72">
  <xsd:schema xmlns:xsd="http://www.w3.org/2001/XMLSchema" xmlns:xs="http://www.w3.org/2001/XMLSchema" xmlns:p="http://schemas.microsoft.com/office/2006/metadata/properties" xmlns:ns3="b5ff7732-c255-4db6-b6d3-d4e1f7340ff3" xmlns:ns4="09b4e88d-ded6-4853-994f-eabcded435d5" targetNamespace="http://schemas.microsoft.com/office/2006/metadata/properties" ma:root="true" ma:fieldsID="83b82459ed91e7f77b9bdb258f75a758" ns3:_="" ns4:_="">
    <xsd:import namespace="b5ff7732-c255-4db6-b6d3-d4e1f7340ff3"/>
    <xsd:import namespace="09b4e88d-ded6-4853-994f-eabcded435d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ff7732-c255-4db6-b6d3-d4e1f7340f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b4e88d-ded6-4853-994f-eabcded435d5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5ff7732-c255-4db6-b6d3-d4e1f7340ff3" xsi:nil="true"/>
  </documentManagement>
</p:properties>
</file>

<file path=customXml/itemProps1.xml><?xml version="1.0" encoding="utf-8"?>
<ds:datastoreItem xmlns:ds="http://schemas.openxmlformats.org/officeDocument/2006/customXml" ds:itemID="{12A4DC0C-DFB3-44EF-904E-B61C069677B7}">
  <ds:schemaRefs>
    <ds:schemaRef ds:uri="09b4e88d-ded6-4853-994f-eabcded435d5"/>
    <ds:schemaRef ds:uri="b5ff7732-c255-4db6-b6d3-d4e1f7340ff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FCB4D95-087E-4860-9941-84EA0CC9F58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33153F4-336D-4B2E-AC7D-55F8C5FF24E8}">
  <ds:schemaRefs>
    <ds:schemaRef ds:uri="http://purl.org/dc/elements/1.1/"/>
    <ds:schemaRef ds:uri="http://purl.org/dc/dcmitype/"/>
    <ds:schemaRef ds:uri="http://purl.org/dc/terms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09b4e88d-ded6-4853-994f-eabcded435d5"/>
    <ds:schemaRef ds:uri="b5ff7732-c255-4db6-b6d3-d4e1f7340ff3"/>
  </ds:schemaRefs>
</ds:datastoreItem>
</file>

<file path=docMetadata/LabelInfo.xml><?xml version="1.0" encoding="utf-8"?>
<clbl:labelList xmlns:clbl="http://schemas.microsoft.com/office/2020/mipLabelMetadata">
  <clbl:label id="{f07baf4f-2b70-47d7-9a02-0875caf94c84}" enabled="0" method="" siteId="{f07baf4f-2b70-47d7-9a02-0875caf94c8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3298</TotalTime>
  <Words>84</Words>
  <Application>Microsoft Macintosh PowerPoint</Application>
  <PresentationFormat>全屏显示(4:3)</PresentationFormat>
  <Paragraphs>48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Hiragino Maru Gothic Pro W4</vt:lpstr>
      <vt:lpstr>Aptos</vt:lpstr>
      <vt:lpstr>Arial</vt:lpstr>
      <vt:lpstr>Office 主题​​</vt:lpstr>
      <vt:lpstr>Distal Alignment</vt:lpstr>
      <vt:lpstr>Distal alignment 3 PCs to 92% CVE (CMA: 6 PCs needed)</vt:lpstr>
      <vt:lpstr>Distal Alignment 1 total cluster</vt:lpstr>
      <vt:lpstr>Distal Alignment</vt:lpstr>
      <vt:lpstr>Distal Alignment</vt:lpstr>
      <vt:lpstr>Proximal Alignment</vt:lpstr>
      <vt:lpstr>Proximal Alignment 3 PCs to 90% CVE (CMA: 6 PCs needed)</vt:lpstr>
      <vt:lpstr>Proximal Alignment</vt:lpstr>
      <vt:lpstr>Proximal Alignment 1 total cluster</vt:lpstr>
      <vt:lpstr>Proximal Alignment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YAN</dc:creator>
  <cp:lastModifiedBy>馮　建晴</cp:lastModifiedBy>
  <cp:revision>3</cp:revision>
  <dcterms:created xsi:type="dcterms:W3CDTF">2025-08-30T08:12:08Z</dcterms:created>
  <dcterms:modified xsi:type="dcterms:W3CDTF">2025-12-16T12:13:43Z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0x01010095AECFA97F9F3C46BDF5A046F839E085</vt:lpwstr>
  </property>
</Properties>
</file>